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 autoAdjust="0"/>
    <p:restoredTop sz="94660"/>
  </p:normalViewPr>
  <p:slideViewPr>
    <p:cSldViewPr snapToGrid="0">
      <p:cViewPr varScale="1">
        <p:scale>
          <a:sx n="36" d="100"/>
          <a:sy n="36" d="100"/>
        </p:scale>
        <p:origin x="2842" y="58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NOTE - Download as a Powerpoint or make a copy of this slide and save elsewhere - this is a template for general use.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216324"/>
            <a:ext cx="2374200" cy="117051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endParaRPr lang="en"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Nonsense: up to c.1941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Frameshift -1,+2: up to c.1903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Frameshift +1,-2: up to c.1866</a:t>
            </a:r>
            <a:endParaRPr lang="en" dirty="0">
              <a:ea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Nonsense: from c.1942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Frameshift -1, +2: from c.1904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Frameshift +1, -2: from c.1867</a:t>
            </a:r>
            <a:endParaRPr dirty="0"/>
          </a:p>
        </p:txBody>
      </p:sp>
      <p:sp>
        <p:nvSpPr>
          <p:cNvPr id="57" name="Google Shape;57;p13"/>
          <p:cNvSpPr/>
          <p:nvPr/>
        </p:nvSpPr>
        <p:spPr>
          <a:xfrm>
            <a:off x="4536350" y="1927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  <a:endParaRPr/>
          </a:p>
        </p:txBody>
      </p:sp>
      <p:cxnSp>
        <p:nvCxnSpPr>
          <p:cNvPr id="71" name="Google Shape;71;p13"/>
          <p:cNvCxnSpPr>
            <a:stCxn id="68" idx="3"/>
            <a:endCxn id="69" idx="1"/>
          </p:cNvCxnSpPr>
          <p:nvPr/>
        </p:nvCxnSpPr>
        <p:spPr>
          <a:xfrm rot="10800000" flipH="1">
            <a:off x="8819975" y="22926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72;p13"/>
          <p:cNvCxnSpPr>
            <a:stCxn id="68" idx="3"/>
            <a:endCxn id="70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stCxn id="54" idx="3"/>
            <a:endCxn id="55" idx="1"/>
          </p:cNvCxnSpPr>
          <p:nvPr/>
        </p:nvCxnSpPr>
        <p:spPr>
          <a:xfrm flipV="1">
            <a:off x="1186125" y="801582"/>
            <a:ext cx="478450" cy="8339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stCxn id="55" idx="3"/>
            <a:endCxn id="57" idx="1"/>
          </p:cNvCxnSpPr>
          <p:nvPr/>
        </p:nvCxnSpPr>
        <p:spPr>
          <a:xfrm flipV="1">
            <a:off x="4038775" y="331150"/>
            <a:ext cx="497575" cy="47043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stCxn id="56" idx="3"/>
            <a:endCxn id="62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3"/>
          <p:cNvCxnSpPr>
            <a:stCxn id="62" idx="3"/>
            <a:endCxn id="68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endParaRPr b="1" baseline="30000" dirty="0"/>
          </a:p>
        </p:txBody>
      </p:sp>
      <p:sp>
        <p:nvSpPr>
          <p:cNvPr id="82" name="Google Shape;82;p13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predicted to undergo NMD: exons 2 through 8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83" name="Google Shape;83;p13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frame: exons 1 and 9</a:t>
            </a:r>
            <a:endParaRPr dirty="0"/>
          </a:p>
        </p:txBody>
      </p:sp>
      <p:sp>
        <p:nvSpPr>
          <p:cNvPr id="84" name="Google Shape;84;p13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4536350" y="378823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6180650" y="436768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183675" y="436768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0945225" y="443188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exon 10</a:t>
            </a:r>
            <a:endParaRPr dirty="0"/>
          </a:p>
        </p:txBody>
      </p:sp>
      <p:cxnSp>
        <p:nvCxnSpPr>
          <p:cNvPr id="101" name="Google Shape;101;p13"/>
          <p:cNvCxnSpPr>
            <a:stCxn id="81" idx="3"/>
            <a:endCxn id="82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stCxn id="81" idx="3"/>
            <a:endCxn id="100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04;p13"/>
          <p:cNvCxnSpPr>
            <a:stCxn id="82" idx="3"/>
            <a:endCxn id="84" idx="1"/>
          </p:cNvCxnSpPr>
          <p:nvPr/>
        </p:nvCxnSpPr>
        <p:spPr>
          <a:xfrm rot="10800000" flipH="1">
            <a:off x="4038775" y="3370950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endCxn id="87" idx="1"/>
          </p:cNvCxnSpPr>
          <p:nvPr/>
        </p:nvCxnSpPr>
        <p:spPr>
          <a:xfrm flipV="1">
            <a:off x="4084320" y="4567335"/>
            <a:ext cx="452030" cy="20278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09;p13"/>
          <p:cNvCxnSpPr>
            <a:stCxn id="87" idx="3"/>
            <a:endCxn id="89" idx="1"/>
          </p:cNvCxnSpPr>
          <p:nvPr/>
        </p:nvCxnSpPr>
        <p:spPr>
          <a:xfrm>
            <a:off x="5617250" y="456733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10;p13"/>
          <p:cNvCxnSpPr>
            <a:stCxn id="89" idx="3"/>
            <a:endCxn id="90" idx="1"/>
          </p:cNvCxnSpPr>
          <p:nvPr/>
        </p:nvCxnSpPr>
        <p:spPr>
          <a:xfrm flipV="1">
            <a:off x="8798750" y="4594035"/>
            <a:ext cx="384925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stCxn id="57" idx="3"/>
            <a:endCxn id="59" idx="1"/>
          </p:cNvCxnSpPr>
          <p:nvPr/>
        </p:nvCxnSpPr>
        <p:spPr>
          <a:xfrm>
            <a:off x="10404350" y="3311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3"/>
          <p:cNvCxnSpPr>
            <a:stCxn id="69" idx="3"/>
            <a:endCxn id="66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3"/>
          <p:cNvCxnSpPr>
            <a:stCxn id="70" idx="3"/>
            <a:endCxn id="67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8" name="Google Shape;118;p13"/>
          <p:cNvCxnSpPr>
            <a:stCxn id="84" idx="3"/>
            <a:endCxn id="92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3"/>
          <p:cNvCxnSpPr>
            <a:stCxn id="90" idx="3"/>
            <a:endCxn id="96" idx="1"/>
          </p:cNvCxnSpPr>
          <p:nvPr/>
        </p:nvCxnSpPr>
        <p:spPr>
          <a:xfrm>
            <a:off x="10415175" y="4594035"/>
            <a:ext cx="53005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127" name="Google Shape;127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72975" y="86620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baseline="30000" dirty="0"/>
          </a:p>
        </p:txBody>
      </p:sp>
      <p:sp>
        <p:nvSpPr>
          <p:cNvPr id="136" name="Google Shape;136;p13"/>
          <p:cNvSpPr/>
          <p:nvPr/>
        </p:nvSpPr>
        <p:spPr>
          <a:xfrm>
            <a:off x="10945225" y="86620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10937274" y="10085347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50" y="12818300"/>
            <a:ext cx="4468483" cy="24557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dirty="0"/>
          </a:p>
        </p:txBody>
      </p:sp>
      <p:sp>
        <p:nvSpPr>
          <p:cNvPr id="150" name="Google Shape;150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153" name="Google Shape;153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6" name="Google Shape;156;p13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(4) pathogenic variant(s) upstream of closest potential in-frame start codon</a:t>
            </a:r>
            <a:endParaRPr sz="1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stCxn id="125" idx="3"/>
            <a:endCxn id="126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stCxn id="126" idx="3"/>
            <a:endCxn id="129" idx="1"/>
          </p:cNvCxnSpPr>
          <p:nvPr/>
        </p:nvCxnSpPr>
        <p:spPr>
          <a:xfrm rot="10800000" flipH="1">
            <a:off x="4028300" y="8800450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3"/>
          <p:cNvCxnSpPr>
            <a:stCxn id="162" idx="3"/>
            <a:endCxn id="132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3"/>
          <p:cNvCxnSpPr>
            <a:stCxn id="127" idx="3"/>
            <a:endCxn id="132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13"/>
          <p:cNvCxnSpPr>
            <a:stCxn id="132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>
            <a:off x="10440975" y="88004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stCxn id="143" idx="3"/>
            <a:endCxn id="144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stCxn id="143" idx="3"/>
            <a:endCxn id="145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stCxn id="143" idx="3"/>
            <a:endCxn id="146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stCxn id="144" idx="3"/>
            <a:endCxn id="148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stCxn id="145" idx="3"/>
            <a:endCxn id="148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stCxn id="145" idx="3"/>
            <a:endCxn id="149" idx="1"/>
          </p:cNvCxnSpPr>
          <p:nvPr/>
        </p:nvCxnSpPr>
        <p:spPr>
          <a:xfrm>
            <a:off x="4028300" y="12796475"/>
            <a:ext cx="505450" cy="14461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8" idx="1"/>
          </p:cNvCxnSpPr>
          <p:nvPr/>
        </p:nvCxnSpPr>
        <p:spPr>
          <a:xfrm flipV="1">
            <a:off x="9002233" y="12940100"/>
            <a:ext cx="304800" cy="98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3"/>
          <p:cNvCxnSpPr>
            <a:stCxn id="156" idx="3"/>
            <a:endCxn id="157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13"/>
          <p:cNvCxnSpPr>
            <a:stCxn id="157" idx="3"/>
            <a:endCxn id="160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stCxn id="154" idx="3"/>
            <a:endCxn id="156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13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9212349" y="10021146"/>
            <a:ext cx="1231500" cy="76413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</a:t>
            </a:r>
            <a:endParaRPr dirty="0"/>
          </a:p>
        </p:txBody>
      </p:sp>
      <p:cxnSp>
        <p:nvCxnSpPr>
          <p:cNvPr id="200" name="Google Shape;200;p13"/>
          <p:cNvCxnSpPr>
            <a:stCxn id="197" idx="3"/>
            <a:endCxn id="198" idx="1"/>
          </p:cNvCxnSpPr>
          <p:nvPr/>
        </p:nvCxnSpPr>
        <p:spPr>
          <a:xfrm flipV="1">
            <a:off x="8835375" y="10403214"/>
            <a:ext cx="376974" cy="58446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13"/>
          <p:cNvCxnSpPr>
            <a:stCxn id="198" idx="3"/>
            <a:endCxn id="140" idx="1"/>
          </p:cNvCxnSpPr>
          <p:nvPr/>
        </p:nvCxnSpPr>
        <p:spPr>
          <a:xfrm flipV="1">
            <a:off x="10443849" y="10247497"/>
            <a:ext cx="493425" cy="15571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13"/>
          <p:cNvSpPr/>
          <p:nvPr/>
        </p:nvSpPr>
        <p:spPr>
          <a:xfrm>
            <a:off x="4536350" y="562343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6180650" y="618124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variants in this exon are not frequent in the general population and exon is present in biologically-relevant transcript(s)</a:t>
            </a:r>
            <a:endParaRPr sz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9183675" y="5897880"/>
            <a:ext cx="1231500" cy="73606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&gt;10% of protein: exon 1</a:t>
            </a:r>
            <a:endParaRPr dirty="0"/>
          </a:p>
        </p:txBody>
      </p:sp>
      <p:sp>
        <p:nvSpPr>
          <p:cNvPr id="209" name="Google Shape;209;p13"/>
          <p:cNvSpPr/>
          <p:nvPr/>
        </p:nvSpPr>
        <p:spPr>
          <a:xfrm>
            <a:off x="10945225" y="624544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0" name="Google Shape;210;p13"/>
          <p:cNvSpPr/>
          <p:nvPr/>
        </p:nvSpPr>
        <p:spPr>
          <a:xfrm>
            <a:off x="10945225" y="674807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9183600" y="6707420"/>
            <a:ext cx="1231500" cy="8363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rotein: exon 9 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213" name="Google Shape;213;p13"/>
          <p:cNvCxnSpPr>
            <a:endCxn id="206" idx="1"/>
          </p:cNvCxnSpPr>
          <p:nvPr/>
        </p:nvCxnSpPr>
        <p:spPr>
          <a:xfrm>
            <a:off x="5617250" y="638089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13"/>
          <p:cNvCxnSpPr>
            <a:stCxn id="206" idx="3"/>
            <a:endCxn id="207" idx="1"/>
          </p:cNvCxnSpPr>
          <p:nvPr/>
        </p:nvCxnSpPr>
        <p:spPr>
          <a:xfrm flipV="1">
            <a:off x="8798750" y="6265913"/>
            <a:ext cx="384925" cy="40478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p13"/>
          <p:cNvCxnSpPr>
            <a:stCxn id="206" idx="3"/>
            <a:endCxn id="211" idx="1"/>
          </p:cNvCxnSpPr>
          <p:nvPr/>
        </p:nvCxnSpPr>
        <p:spPr>
          <a:xfrm>
            <a:off x="8798750" y="6670695"/>
            <a:ext cx="384850" cy="45491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13"/>
          <p:cNvCxnSpPr>
            <a:stCxn id="207" idx="3"/>
            <a:endCxn id="209" idx="1"/>
          </p:cNvCxnSpPr>
          <p:nvPr/>
        </p:nvCxnSpPr>
        <p:spPr>
          <a:xfrm>
            <a:off x="10415175" y="6265913"/>
            <a:ext cx="530050" cy="141682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218;p13"/>
          <p:cNvCxnSpPr>
            <a:stCxn id="211" idx="3"/>
            <a:endCxn id="210" idx="1"/>
          </p:cNvCxnSpPr>
          <p:nvPr/>
        </p:nvCxnSpPr>
        <p:spPr>
          <a:xfrm flipV="1">
            <a:off x="10415100" y="6933770"/>
            <a:ext cx="530125" cy="19184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9" name="Google Shape;219;p13"/>
          <p:cNvCxnSpPr>
            <a:endCxn id="204" idx="1"/>
          </p:cNvCxnSpPr>
          <p:nvPr/>
        </p:nvCxnSpPr>
        <p:spPr>
          <a:xfrm rot="10800000" flipH="1">
            <a:off x="4028325" y="640262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stCxn id="144" idx="3"/>
            <a:endCxn id="147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/>
          <p:cNvSpPr txBox="1"/>
          <p:nvPr/>
        </p:nvSpPr>
        <p:spPr>
          <a:xfrm>
            <a:off x="30480" y="188976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ABCD1</a:t>
            </a:r>
          </a:p>
          <a:p>
            <a:pPr algn="ctr"/>
            <a:r>
              <a:rPr lang="en-US" sz="1200" dirty="0"/>
              <a:t>NM_000033.4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0480" y="600456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ABCD1</a:t>
            </a:r>
          </a:p>
          <a:p>
            <a:pPr algn="ctr"/>
            <a:r>
              <a:rPr lang="en-US" sz="1200" dirty="0"/>
              <a:t>NM_000033.4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5240" y="1033272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ABCD1</a:t>
            </a:r>
          </a:p>
          <a:p>
            <a:pPr algn="ctr"/>
            <a:r>
              <a:rPr lang="en-US" sz="1200" dirty="0"/>
              <a:t>NM_000033.4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0480" y="1310640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ABCD1</a:t>
            </a:r>
          </a:p>
          <a:p>
            <a:pPr algn="ctr"/>
            <a:r>
              <a:rPr lang="en-US" sz="1200" dirty="0"/>
              <a:t>NM_000033.4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0480" y="1443228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ABCD1</a:t>
            </a:r>
          </a:p>
          <a:p>
            <a:pPr algn="ctr"/>
            <a:r>
              <a:rPr lang="en-US" sz="1200" dirty="0"/>
              <a:t>NM_000033.4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07033" y="12801600"/>
            <a:ext cx="143185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in &gt;1 case</a:t>
            </a:r>
          </a:p>
        </p:txBody>
      </p:sp>
      <p:cxnSp>
        <p:nvCxnSpPr>
          <p:cNvPr id="130" name="Google Shape;189;p13"/>
          <p:cNvCxnSpPr>
            <a:stCxn id="8" idx="3"/>
            <a:endCxn id="152" idx="1"/>
          </p:cNvCxnSpPr>
          <p:nvPr/>
        </p:nvCxnSpPr>
        <p:spPr>
          <a:xfrm>
            <a:off x="10738884" y="12940100"/>
            <a:ext cx="206341" cy="1665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" name="Google Shape;210;p13"/>
          <p:cNvSpPr/>
          <p:nvPr/>
        </p:nvSpPr>
        <p:spPr>
          <a:xfrm>
            <a:off x="10962458" y="1104309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VS1_Moderate</a:t>
            </a:r>
            <a:endParaRPr/>
          </a:p>
        </p:txBody>
      </p:sp>
      <p:sp>
        <p:nvSpPr>
          <p:cNvPr id="119" name="Google Shape;211;p13"/>
          <p:cNvSpPr/>
          <p:nvPr/>
        </p:nvSpPr>
        <p:spPr>
          <a:xfrm>
            <a:off x="9200833" y="11002445"/>
            <a:ext cx="1231500" cy="83638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rotein: exon 9 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20" name="Google Shape;215;p13"/>
          <p:cNvCxnSpPr>
            <a:endCxn id="119" idx="1"/>
          </p:cNvCxnSpPr>
          <p:nvPr/>
        </p:nvCxnSpPr>
        <p:spPr>
          <a:xfrm>
            <a:off x="8815983" y="10965720"/>
            <a:ext cx="384850" cy="45491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218;p13"/>
          <p:cNvCxnSpPr>
            <a:stCxn id="119" idx="3"/>
            <a:endCxn id="115" idx="1"/>
          </p:cNvCxnSpPr>
          <p:nvPr/>
        </p:nvCxnSpPr>
        <p:spPr>
          <a:xfrm flipV="1">
            <a:off x="10432333" y="11228795"/>
            <a:ext cx="530125" cy="19184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7329</TotalTime>
  <Words>560</Words>
  <Application>Microsoft Office PowerPoint</Application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Mohan, Shruthi</dc:creator>
  <cp:lastModifiedBy>Meredith Weaver</cp:lastModifiedBy>
  <cp:revision>8</cp:revision>
  <dcterms:modified xsi:type="dcterms:W3CDTF">2025-09-02T11:40:20Z</dcterms:modified>
</cp:coreProperties>
</file>