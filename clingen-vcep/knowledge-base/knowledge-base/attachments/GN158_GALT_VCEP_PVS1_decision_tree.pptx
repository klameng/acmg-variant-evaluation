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4660"/>
  </p:normalViewPr>
  <p:slideViewPr>
    <p:cSldViewPr snapToGrid="0">
      <p:cViewPr>
        <p:scale>
          <a:sx n="100" d="100"/>
          <a:sy n="100" d="100"/>
        </p:scale>
        <p:origin x="1506" y="-4824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0325" y="225673"/>
            <a:ext cx="1105800" cy="18088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14175" y="216325"/>
            <a:ext cx="2577000" cy="43899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*Termination pre-c.1010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614025" y="1099015"/>
            <a:ext cx="2577000" cy="9050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 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impacts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Exon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(c.1060-1140) or last 50 nucleotides of Exon 10 (c.1060-1140)</a:t>
            </a:r>
            <a:endParaRPr dirty="0"/>
          </a:p>
        </p:txBody>
      </p:sp>
      <p:sp>
        <p:nvSpPr>
          <p:cNvPr id="57" name="Google Shape;57;p13"/>
          <p:cNvSpPr/>
          <p:nvPr/>
        </p:nvSpPr>
        <p:spPr>
          <a:xfrm>
            <a:off x="10945225" y="25923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0961800" y="135527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59" name="Google Shape;59;p13"/>
          <p:cNvCxnSpPr>
            <a:cxnSpLocks/>
            <a:stCxn id="54" idx="3"/>
            <a:endCxn id="55" idx="1"/>
          </p:cNvCxnSpPr>
          <p:nvPr/>
        </p:nvCxnSpPr>
        <p:spPr>
          <a:xfrm flipV="1">
            <a:off x="1186125" y="435823"/>
            <a:ext cx="428050" cy="69428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60;p13"/>
          <p:cNvCxnSpPr>
            <a:cxnSpLocks/>
            <a:stCxn id="54" idx="3"/>
            <a:endCxn id="56" idx="1"/>
          </p:cNvCxnSpPr>
          <p:nvPr/>
        </p:nvCxnSpPr>
        <p:spPr>
          <a:xfrm>
            <a:off x="1186125" y="1130107"/>
            <a:ext cx="427900" cy="42143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" name="Google Shape;61;p13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sites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baseline="30000" dirty="0"/>
          </a:p>
        </p:txBody>
      </p:sp>
      <p:sp>
        <p:nvSpPr>
          <p:cNvPr id="62" name="Google Shape;62;p13"/>
          <p:cNvSpPr/>
          <p:nvPr/>
        </p:nvSpPr>
        <p:spPr>
          <a:xfrm>
            <a:off x="1677925" y="599113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*Donor &amp; Acceptor Sites of Exons 6, 7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9, 10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1667425" y="3674550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Donor &amp; Acceptor Sites of Exons 1-5, 8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" name="Google Shape;64;p13"/>
          <p:cNvCxnSpPr>
            <a:stCxn id="61" idx="3"/>
            <a:endCxn id="63" idx="1"/>
          </p:cNvCxnSpPr>
          <p:nvPr/>
        </p:nvCxnSpPr>
        <p:spPr>
          <a:xfrm rot="10800000" flipH="1">
            <a:off x="1186125" y="4480700"/>
            <a:ext cx="481200" cy="112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" name="Google Shape;65;p13"/>
          <p:cNvCxnSpPr>
            <a:stCxn id="61" idx="3"/>
            <a:endCxn id="62" idx="1"/>
          </p:cNvCxnSpPr>
          <p:nvPr/>
        </p:nvCxnSpPr>
        <p:spPr>
          <a:xfrm>
            <a:off x="1186125" y="5609600"/>
            <a:ext cx="491700" cy="1160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66;p13"/>
          <p:cNvCxnSpPr>
            <a:cxnSpLocks/>
            <a:stCxn id="55" idx="3"/>
            <a:endCxn id="57" idx="1"/>
          </p:cNvCxnSpPr>
          <p:nvPr/>
        </p:nvCxnSpPr>
        <p:spPr>
          <a:xfrm flipV="1">
            <a:off x="4191175" y="397685"/>
            <a:ext cx="6754050" cy="3813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67;p13"/>
          <p:cNvCxnSpPr>
            <a:cxnSpLocks/>
            <a:stCxn id="56" idx="3"/>
            <a:endCxn id="58" idx="1"/>
          </p:cNvCxnSpPr>
          <p:nvPr/>
        </p:nvCxnSpPr>
        <p:spPr>
          <a:xfrm flipV="1">
            <a:off x="4191025" y="1540978"/>
            <a:ext cx="6770775" cy="1056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" name="Google Shape;68;p13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4544400" y="95443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(exon 6, 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amino acids 171-188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aseline="30000" dirty="0"/>
          </a:p>
        </p:txBody>
      </p:sp>
      <p:sp>
        <p:nvSpPr>
          <p:cNvPr id="73" name="Google Shape;73;p13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endParaRPr baseline="30000" dirty="0"/>
          </a:p>
        </p:txBody>
      </p:sp>
      <p:sp>
        <p:nvSpPr>
          <p:cNvPr id="75" name="Google Shape;75;p13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(exon 6 , 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amino acids 171-188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10924000" y="89682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10945225" y="9544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10924000" y="1026650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10924000" y="107691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93" name="Google Shape;93;p13"/>
          <p:cNvSpPr/>
          <p:nvPr/>
        </p:nvSpPr>
        <p:spPr>
          <a:xfrm>
            <a:off x="10945225" y="142128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Strong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endParaRPr/>
          </a:p>
        </p:txBody>
      </p:sp>
      <p:cxnSp>
        <p:nvCxnSpPr>
          <p:cNvPr id="95" name="Google Shape;95;p13"/>
          <p:cNvCxnSpPr>
            <a:stCxn id="68" idx="3"/>
            <a:endCxn id="71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13"/>
          <p:cNvCxnSpPr>
            <a:stCxn id="68" idx="3"/>
            <a:endCxn id="69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13"/>
          <p:cNvCxnSpPr>
            <a:stCxn id="68" idx="3"/>
            <a:endCxn id="94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" name="Google Shape;98;p13"/>
          <p:cNvCxnSpPr>
            <a:stCxn id="68" idx="3"/>
            <a:endCxn id="70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" name="Google Shape;99;p13"/>
          <p:cNvCxnSpPr>
            <a:stCxn id="71" idx="3"/>
            <a:endCxn id="74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" name="Google Shape;100;p13"/>
          <p:cNvCxnSpPr>
            <a:stCxn id="69" idx="3"/>
            <a:endCxn id="76" idx="1"/>
          </p:cNvCxnSpPr>
          <p:nvPr/>
        </p:nvCxnSpPr>
        <p:spPr>
          <a:xfrm rot="10800000" flipH="1">
            <a:off x="4028300" y="9106750"/>
            <a:ext cx="6895800" cy="3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Google Shape;101;p13"/>
          <p:cNvCxnSpPr>
            <a:stCxn id="94" idx="3"/>
            <a:endCxn id="72" idx="1"/>
          </p:cNvCxnSpPr>
          <p:nvPr/>
        </p:nvCxnSpPr>
        <p:spPr>
          <a:xfrm rot="10800000" flipH="1">
            <a:off x="4007350" y="9682825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94" idx="3"/>
            <a:endCxn id="73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70" idx="3"/>
            <a:endCxn id="73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stCxn id="70" idx="3"/>
            <a:endCxn id="75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p13"/>
          <p:cNvCxnSpPr>
            <a:stCxn id="72" idx="3"/>
            <a:endCxn id="77" idx="1"/>
          </p:cNvCxnSpPr>
          <p:nvPr/>
        </p:nvCxnSpPr>
        <p:spPr>
          <a:xfrm>
            <a:off x="10440900" y="968277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3"/>
          <p:cNvCxnSpPr>
            <a:stCxn id="75" idx="3"/>
            <a:endCxn id="80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3"/>
          <p:cNvCxnSpPr>
            <a:stCxn id="81" idx="3"/>
            <a:endCxn id="82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8;p13"/>
          <p:cNvCxnSpPr>
            <a:stCxn id="81" idx="3"/>
            <a:endCxn id="83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09;p13"/>
          <p:cNvCxnSpPr>
            <a:stCxn id="81" idx="3"/>
            <a:endCxn id="84" idx="1"/>
          </p:cNvCxnSpPr>
          <p:nvPr/>
        </p:nvCxnSpPr>
        <p:spPr>
          <a:xfrm>
            <a:off x="1186125" y="12825875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3"/>
          <p:cNvCxnSpPr>
            <a:stCxn id="82" idx="3"/>
            <a:endCxn id="86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3"/>
          <p:cNvCxnSpPr>
            <a:stCxn id="83" idx="3"/>
            <a:endCxn id="86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stCxn id="83" idx="3"/>
            <a:endCxn id="87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3"/>
          <p:cNvCxnSpPr>
            <a:stCxn id="85" idx="3"/>
            <a:endCxn id="88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stCxn id="86" idx="3"/>
            <a:endCxn id="89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3"/>
          <p:cNvCxnSpPr>
            <a:stCxn id="87" idx="3"/>
            <a:endCxn id="90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16;p13"/>
          <p:cNvCxnSpPr>
            <a:stCxn id="92" idx="3"/>
            <a:endCxn id="93" idx="1"/>
          </p:cNvCxnSpPr>
          <p:nvPr/>
        </p:nvCxnSpPr>
        <p:spPr>
          <a:xfrm>
            <a:off x="1186125" y="14293573"/>
            <a:ext cx="9759000" cy="57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7940475" y="10202300"/>
            <a:ext cx="24900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*More than 38 amino acids*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7940500" y="10728475"/>
            <a:ext cx="24900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*Less than/equal to 38 amino acids*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3"/>
          <p:cNvCxnSpPr>
            <a:stCxn id="73" idx="3"/>
            <a:endCxn id="117" idx="1"/>
          </p:cNvCxnSpPr>
          <p:nvPr/>
        </p:nvCxnSpPr>
        <p:spPr>
          <a:xfrm rot="10800000" flipH="1">
            <a:off x="5653875" y="10428775"/>
            <a:ext cx="2286600" cy="269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3"/>
          <p:cNvCxnSpPr>
            <a:stCxn id="73" idx="3"/>
            <a:endCxn id="118" idx="1"/>
          </p:cNvCxnSpPr>
          <p:nvPr/>
        </p:nvCxnSpPr>
        <p:spPr>
          <a:xfrm>
            <a:off x="5653875" y="10697875"/>
            <a:ext cx="2286600" cy="257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13"/>
          <p:cNvCxnSpPr>
            <a:stCxn id="117" idx="3"/>
            <a:endCxn id="78" idx="1"/>
          </p:cNvCxnSpPr>
          <p:nvPr/>
        </p:nvCxnSpPr>
        <p:spPr>
          <a:xfrm>
            <a:off x="10430475" y="104286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3"/>
          <p:cNvCxnSpPr>
            <a:stCxn id="118" idx="3"/>
            <a:endCxn id="79" idx="1"/>
          </p:cNvCxnSpPr>
          <p:nvPr/>
        </p:nvCxnSpPr>
        <p:spPr>
          <a:xfrm>
            <a:off x="10430500" y="10954825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p13"/>
          <p:cNvCxnSpPr>
            <a:stCxn id="84" idx="3"/>
            <a:endCxn id="91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" name="Google Shape;126;p13"/>
          <p:cNvCxnSpPr>
            <a:stCxn id="82" idx="3"/>
            <a:endCxn id="85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13"/>
          <p:cNvSpPr/>
          <p:nvPr/>
        </p:nvSpPr>
        <p:spPr>
          <a:xfrm>
            <a:off x="10868150" y="43403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cxnSp>
        <p:nvCxnSpPr>
          <p:cNvPr id="128" name="Google Shape;128;p13"/>
          <p:cNvCxnSpPr>
            <a:stCxn id="63" idx="3"/>
            <a:endCxn id="127" idx="1"/>
          </p:cNvCxnSpPr>
          <p:nvPr/>
        </p:nvCxnSpPr>
        <p:spPr>
          <a:xfrm rot="10800000" flipH="1">
            <a:off x="4062625" y="4478850"/>
            <a:ext cx="6805500" cy="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Google Shape;72;p13">
            <a:extLst>
              <a:ext uri="{FF2B5EF4-FFF2-40B4-BE49-F238E27FC236}">
                <a16:creationId xmlns:a16="http://schemas.microsoft.com/office/drawing/2014/main" id="{55418F56-A22A-37D6-0126-F79D2F3AC5C2}"/>
              </a:ext>
            </a:extLst>
          </p:cNvPr>
          <p:cNvSpPr/>
          <p:nvPr/>
        </p:nvSpPr>
        <p:spPr>
          <a:xfrm>
            <a:off x="4458675" y="608675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(exon 6, amino acids 171-188)</a:t>
            </a:r>
            <a:endParaRPr baseline="30000" dirty="0"/>
          </a:p>
        </p:txBody>
      </p:sp>
      <p:sp>
        <p:nvSpPr>
          <p:cNvPr id="7" name="Google Shape;77;p13">
            <a:extLst>
              <a:ext uri="{FF2B5EF4-FFF2-40B4-BE49-F238E27FC236}">
                <a16:creationId xmlns:a16="http://schemas.microsoft.com/office/drawing/2014/main" id="{0BCAB9C2-E883-0BEE-6213-E4CD678BACD3}"/>
              </a:ext>
            </a:extLst>
          </p:cNvPr>
          <p:cNvSpPr/>
          <p:nvPr/>
        </p:nvSpPr>
        <p:spPr>
          <a:xfrm>
            <a:off x="10859500" y="6086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cxnSp>
        <p:nvCxnSpPr>
          <p:cNvPr id="8" name="Google Shape;101;p13">
            <a:extLst>
              <a:ext uri="{FF2B5EF4-FFF2-40B4-BE49-F238E27FC236}">
                <a16:creationId xmlns:a16="http://schemas.microsoft.com/office/drawing/2014/main" id="{EE3C654C-6177-D2D8-34AE-92CBC09033F3}"/>
              </a:ext>
            </a:extLst>
          </p:cNvPr>
          <p:cNvCxnSpPr>
            <a:cxnSpLocks/>
            <a:stCxn id="62" idx="3"/>
            <a:endCxn id="6" idx="1"/>
          </p:cNvCxnSpPr>
          <p:nvPr/>
        </p:nvCxnSpPr>
        <p:spPr>
          <a:xfrm flipV="1">
            <a:off x="4052125" y="6225200"/>
            <a:ext cx="406550" cy="5450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102;p13">
            <a:extLst>
              <a:ext uri="{FF2B5EF4-FFF2-40B4-BE49-F238E27FC236}">
                <a16:creationId xmlns:a16="http://schemas.microsoft.com/office/drawing/2014/main" id="{DA2DFD32-BA45-EB9C-D148-18478222FE18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054975" y="6765850"/>
            <a:ext cx="418940" cy="40423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105;p13">
            <a:extLst>
              <a:ext uri="{FF2B5EF4-FFF2-40B4-BE49-F238E27FC236}">
                <a16:creationId xmlns:a16="http://schemas.microsoft.com/office/drawing/2014/main" id="{E3855026-2B88-169C-AAA1-FF0A96B80D3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0355175" y="62252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72;p13">
            <a:extLst>
              <a:ext uri="{FF2B5EF4-FFF2-40B4-BE49-F238E27FC236}">
                <a16:creationId xmlns:a16="http://schemas.microsoft.com/office/drawing/2014/main" id="{1961B6C6-FA9F-77DB-EA26-665BFE1D5914}"/>
              </a:ext>
            </a:extLst>
          </p:cNvPr>
          <p:cNvSpPr/>
          <p:nvPr/>
        </p:nvSpPr>
        <p:spPr>
          <a:xfrm>
            <a:off x="4473915" y="703163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baseline="30000" dirty="0"/>
          </a:p>
        </p:txBody>
      </p:sp>
      <p:cxnSp>
        <p:nvCxnSpPr>
          <p:cNvPr id="15" name="Google Shape;105;p13">
            <a:extLst>
              <a:ext uri="{FF2B5EF4-FFF2-40B4-BE49-F238E27FC236}">
                <a16:creationId xmlns:a16="http://schemas.microsoft.com/office/drawing/2014/main" id="{78305938-F2D0-BC55-3D81-D7F5B09EBB1B}"/>
              </a:ext>
            </a:extLst>
          </p:cNvPr>
          <p:cNvCxnSpPr/>
          <p:nvPr/>
        </p:nvCxnSpPr>
        <p:spPr>
          <a:xfrm>
            <a:off x="10378035" y="716246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77;p13">
            <a:extLst>
              <a:ext uri="{FF2B5EF4-FFF2-40B4-BE49-F238E27FC236}">
                <a16:creationId xmlns:a16="http://schemas.microsoft.com/office/drawing/2014/main" id="{6FB91E8E-9A7A-E49A-D82A-96FFB12BFEF6}"/>
              </a:ext>
            </a:extLst>
          </p:cNvPr>
          <p:cNvSpPr/>
          <p:nvPr/>
        </p:nvSpPr>
        <p:spPr>
          <a:xfrm>
            <a:off x="10878550" y="7007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340</Words>
  <Application>Microsoft Office PowerPoint</Application>
  <PresentationFormat>Custom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 Dickson</dc:creator>
  <cp:lastModifiedBy>Dickson, Alexa</cp:lastModifiedBy>
  <cp:revision>4</cp:revision>
  <dcterms:modified xsi:type="dcterms:W3CDTF">2024-01-17T20:41:26Z</dcterms:modified>
</cp:coreProperties>
</file>