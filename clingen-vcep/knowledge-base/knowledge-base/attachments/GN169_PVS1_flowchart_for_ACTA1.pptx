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94"/>
  </p:normalViewPr>
  <p:slideViewPr>
    <p:cSldViewPr snapToGrid="0">
      <p:cViewPr>
        <p:scale>
          <a:sx n="130" d="100"/>
          <a:sy n="130" d="100"/>
        </p:scale>
        <p:origin x="360" y="-6856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PLEASE NOTE – highlighted areas are where the VCEP should provide guidance for each gene under specification.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dirty="0"/>
              <a:t>Weights may be adjusted if appropriate (</a:t>
            </a:r>
            <a:r>
              <a:rPr lang="en" dirty="0" err="1"/>
              <a:t>e.g</a:t>
            </a:r>
            <a:r>
              <a:rPr lang="en" dirty="0"/>
              <a:t> start codon)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309160"/>
            <a:ext cx="11502900" cy="2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1664575" y="216325"/>
            <a:ext cx="2374200" cy="70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(up to c.940, p.314)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146477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4536350" y="1927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Exon is present in biologically-relevant transcript(s) (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NM_001100.4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</a:t>
            </a:r>
            <a:endParaRPr sz="1200" b="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6212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19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0945225" y="6212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529000" y="11127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 specified regions)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14871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6201875" y="14970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0945225" y="1112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10945225" y="15422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10945225" y="21304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10945225" y="26330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6201875" y="20662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0662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9204825" y="25924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2926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25557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stCxn id="60" idx="3"/>
            <a:endCxn id="61" idx="1"/>
          </p:cNvCxnSpPr>
          <p:nvPr/>
        </p:nvCxnSpPr>
        <p:spPr>
          <a:xfrm rot="10800000" flipH="1">
            <a:off x="1186125" y="569023"/>
            <a:ext cx="478500" cy="1066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stCxn id="60" idx="3"/>
            <a:endCxn id="62" idx="1"/>
          </p:cNvCxnSpPr>
          <p:nvPr/>
        </p:nvCxnSpPr>
        <p:spPr>
          <a:xfrm>
            <a:off x="1186125" y="1635523"/>
            <a:ext cx="478500" cy="308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stCxn id="61" idx="3"/>
            <a:endCxn id="63" idx="1"/>
          </p:cNvCxnSpPr>
          <p:nvPr/>
        </p:nvCxnSpPr>
        <p:spPr>
          <a:xfrm rot="10800000" flipH="1">
            <a:off x="4038775" y="331225"/>
            <a:ext cx="497700" cy="23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stCxn id="61" idx="3"/>
            <a:endCxn id="64" idx="1"/>
          </p:cNvCxnSpPr>
          <p:nvPr/>
        </p:nvCxnSpPr>
        <p:spPr>
          <a:xfrm>
            <a:off x="4038775" y="569125"/>
            <a:ext cx="497400" cy="190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rot="10800000" flipH="1">
            <a:off x="4038775" y="1251175"/>
            <a:ext cx="490200" cy="693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1944175"/>
            <a:ext cx="518700" cy="24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17279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1917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400" b="1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3308700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654125" y="6290300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(In-frame exons: 2, 4, 5, )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32325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41148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 specified regions)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36610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44892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180650" y="44992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180650" y="50687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50687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4533750" y="77523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 specified regions)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3232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0945225" y="3661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0945225" y="41148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0945225" y="45443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10945225" y="51329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10945225" y="5635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0945225" y="77591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9183600" y="55949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643625" y="4315725"/>
            <a:ext cx="2395200" cy="1612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3710000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stCxn id="87" idx="3"/>
            <a:endCxn id="106" idx="1"/>
          </p:cNvCxnSpPr>
          <p:nvPr/>
        </p:nvCxnSpPr>
        <p:spPr>
          <a:xfrm rot="10800000" flipH="1">
            <a:off x="1186125" y="5121800"/>
            <a:ext cx="457500" cy="48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5609600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rot="10800000" flipH="1">
            <a:off x="4038775" y="3370950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3709950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stCxn id="106" idx="3"/>
            <a:endCxn id="91" idx="1"/>
          </p:cNvCxnSpPr>
          <p:nvPr/>
        </p:nvCxnSpPr>
        <p:spPr>
          <a:xfrm rot="10800000" flipH="1">
            <a:off x="4038825" y="4253325"/>
            <a:ext cx="468900" cy="868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stCxn id="106" idx="3"/>
            <a:endCxn id="93" idx="1"/>
          </p:cNvCxnSpPr>
          <p:nvPr/>
        </p:nvCxnSpPr>
        <p:spPr>
          <a:xfrm>
            <a:off x="4038825" y="5121825"/>
            <a:ext cx="497400" cy="146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47301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52683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52950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55581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3311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7597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2511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17279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2926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28187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3370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3799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425327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47300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52950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5821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7890800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4572975" y="8662000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9544325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4572900" y="90905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9918775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6217275" y="99287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/>
          <p:nvPr/>
        </p:nvSpPr>
        <p:spPr>
          <a:xfrm>
            <a:off x="4544400" y="115622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r>
              <a:rPr lang="en" sz="1200" b="0" i="0" u="none" strike="noStrike" cap="none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 specified regions)</a:t>
            </a:r>
            <a:endParaRPr sz="1200" b="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86620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/>
          <p:nvPr/>
        </p:nvSpPr>
        <p:spPr>
          <a:xfrm>
            <a:off x="10945225" y="90905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10945225" y="9544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/>
          <p:nvPr/>
        </p:nvSpPr>
        <p:spPr>
          <a:xfrm>
            <a:off x="10945225" y="99738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10945225" y="105624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"/>
          <p:cNvSpPr/>
          <p:nvPr/>
        </p:nvSpPr>
        <p:spPr>
          <a:xfrm>
            <a:off x="10945225" y="110650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10945225" y="115622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Initiation Codon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1659400" y="1437215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659400" y="13779525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4533801" y="13784050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4162050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41607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0945225" y="137804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10945225" y="14511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8800450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9139450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9682825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0223425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0697900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1305400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0159675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06978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88004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922902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9682775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01595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170070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2825875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3921275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4057475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4650100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3918750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4299150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4057473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4293573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04982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049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9220225" y="110244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07245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09876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0724575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1250750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6111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6180650" y="6099400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6180650" y="6668925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biologically-relevant transcript(s)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66689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10945225" y="61445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"/>
          <p:cNvSpPr/>
          <p:nvPr/>
        </p:nvSpPr>
        <p:spPr>
          <a:xfrm>
            <a:off x="10945225" y="6733125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10945225" y="7235750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9183600" y="719510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6330250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6868575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68952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7158375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63302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6895275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7421450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6890300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7069400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754</Words>
  <Application>Microsoft Macintosh PowerPoint</Application>
  <PresentationFormat>Custom</PresentationFormat>
  <Paragraphs>98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cp:lastModifiedBy>Marina DiStefano</cp:lastModifiedBy>
  <cp:revision>3</cp:revision>
  <dcterms:modified xsi:type="dcterms:W3CDTF">2023-09-13T17:31:51Z</dcterms:modified>
</cp:coreProperties>
</file>