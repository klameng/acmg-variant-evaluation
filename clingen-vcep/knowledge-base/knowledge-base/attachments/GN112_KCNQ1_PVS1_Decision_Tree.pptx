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344400" cy="15087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72">
          <p15:clr>
            <a:srgbClr val="A4A3A4"/>
          </p15:clr>
        </p15:guide>
        <p15:guide id="2" pos="388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iuC6MqKoeCx+G9Iqxynbe9AgqQ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>
        <p:scale>
          <a:sx n="123" d="100"/>
          <a:sy n="123" d="100"/>
        </p:scale>
        <p:origin x="64" y="144"/>
      </p:cViewPr>
      <p:guideLst>
        <p:guide orient="horz" pos="187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26544" y="685800"/>
            <a:ext cx="2805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27238" y="685800"/>
            <a:ext cx="2805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PLEASE NOTE - Download as a Powerpoint or make a copy of this slide and save elsewhere - this is a template for general use.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420806" y="2184087"/>
            <a:ext cx="11502900" cy="60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420795" y="8313433"/>
            <a:ext cx="11502900" cy="23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20795" y="6309160"/>
            <a:ext cx="11502900" cy="24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53997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6523740" y="3380593"/>
            <a:ext cx="53997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420795" y="1629760"/>
            <a:ext cx="3790800" cy="22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420795" y="4076160"/>
            <a:ext cx="3790800" cy="9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661838" y="1320440"/>
            <a:ext cx="8596500" cy="119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6172200" y="-367"/>
            <a:ext cx="6172200" cy="150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358425" y="3617313"/>
            <a:ext cx="5460900" cy="43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358425" y="8222353"/>
            <a:ext cx="5460900" cy="3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6668325" y="2123953"/>
            <a:ext cx="5180100" cy="108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20795" y="12409687"/>
            <a:ext cx="8098500" cy="17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420795" y="3244633"/>
            <a:ext cx="11502900" cy="57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420795" y="9246527"/>
            <a:ext cx="11502900" cy="3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marR="0" lvl="0" indent="-44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Arial"/>
              <a:buChar char="●"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370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80325" y="225673"/>
            <a:ext cx="1105800" cy="281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1664575" y="216325"/>
            <a:ext cx="2374200" cy="705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 </a:t>
            </a:r>
            <a:r>
              <a:rPr lang="en" sz="12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1664575" y="1464775"/>
            <a:ext cx="2374200" cy="95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</a:t>
            </a: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4536350" y="28578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r>
              <a:rPr lang="en" sz="12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truncation between codons 1-</a:t>
            </a:r>
            <a:r>
              <a:rPr lang="en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581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4536275" y="761951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10945225" y="2857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10945225" y="761951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4529000" y="1112700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(</a:t>
            </a:r>
            <a:r>
              <a:rPr lang="en" sz="12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codons 582-620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4557575" y="1487150"/>
            <a:ext cx="1080900" cy="140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 (</a:t>
            </a:r>
            <a:r>
              <a:rPr lang="en" sz="12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codons 621-676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6201875" y="1497075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10945225" y="1112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</a:t>
            </a:r>
            <a:r>
              <a:rPr lang="en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Moderate</a:t>
            </a:r>
            <a:endParaRPr sz="14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10945225" y="154222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10945225" y="2130450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/>
          </a:p>
        </p:txBody>
      </p:sp>
      <p:sp>
        <p:nvSpPr>
          <p:cNvPr id="67" name="Google Shape;67;p1"/>
          <p:cNvSpPr/>
          <p:nvPr/>
        </p:nvSpPr>
        <p:spPr>
          <a:xfrm>
            <a:off x="10945225" y="263307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/>
          </a:p>
        </p:txBody>
      </p:sp>
      <p:sp>
        <p:nvSpPr>
          <p:cNvPr id="68" name="Google Shape;68;p1"/>
          <p:cNvSpPr/>
          <p:nvPr/>
        </p:nvSpPr>
        <p:spPr>
          <a:xfrm>
            <a:off x="6201875" y="2066250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9204900" y="206625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9204825" y="25924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" name="Google Shape;71;p1"/>
          <p:cNvCxnSpPr>
            <a:stCxn id="68" idx="3"/>
            <a:endCxn id="69" idx="1"/>
          </p:cNvCxnSpPr>
          <p:nvPr/>
        </p:nvCxnSpPr>
        <p:spPr>
          <a:xfrm rot="10800000" flipH="1">
            <a:off x="8819975" y="22926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2" name="Google Shape;72;p1"/>
          <p:cNvCxnSpPr>
            <a:stCxn id="68" idx="3"/>
            <a:endCxn id="70" idx="1"/>
          </p:cNvCxnSpPr>
          <p:nvPr/>
        </p:nvCxnSpPr>
        <p:spPr>
          <a:xfrm>
            <a:off x="8819975" y="25557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" name="Google Shape;73;p1"/>
          <p:cNvCxnSpPr>
            <a:stCxn id="54" idx="3"/>
            <a:endCxn id="55" idx="1"/>
          </p:cNvCxnSpPr>
          <p:nvPr/>
        </p:nvCxnSpPr>
        <p:spPr>
          <a:xfrm rot="10800000" flipH="1">
            <a:off x="1186125" y="569023"/>
            <a:ext cx="478500" cy="1066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4" name="Google Shape;74;p1"/>
          <p:cNvCxnSpPr>
            <a:stCxn id="54" idx="3"/>
            <a:endCxn id="56" idx="1"/>
          </p:cNvCxnSpPr>
          <p:nvPr/>
        </p:nvCxnSpPr>
        <p:spPr>
          <a:xfrm>
            <a:off x="1186125" y="1635523"/>
            <a:ext cx="478500" cy="308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5" name="Google Shape;75;p1"/>
          <p:cNvCxnSpPr>
            <a:stCxn id="55" idx="3"/>
            <a:endCxn id="57" idx="1"/>
          </p:cNvCxnSpPr>
          <p:nvPr/>
        </p:nvCxnSpPr>
        <p:spPr>
          <a:xfrm rot="10800000" flipH="1">
            <a:off x="4038775" y="167125"/>
            <a:ext cx="497700" cy="402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6" name="Google Shape;76;p1"/>
          <p:cNvCxnSpPr>
            <a:stCxn id="55" idx="3"/>
            <a:endCxn id="58" idx="1"/>
          </p:cNvCxnSpPr>
          <p:nvPr/>
        </p:nvCxnSpPr>
        <p:spPr>
          <a:xfrm>
            <a:off x="4038775" y="569125"/>
            <a:ext cx="497400" cy="331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7" name="Google Shape;77;p1"/>
          <p:cNvCxnSpPr>
            <a:stCxn id="56" idx="3"/>
            <a:endCxn id="61" idx="1"/>
          </p:cNvCxnSpPr>
          <p:nvPr/>
        </p:nvCxnSpPr>
        <p:spPr>
          <a:xfrm rot="10800000" flipH="1">
            <a:off x="4038775" y="1251175"/>
            <a:ext cx="490200" cy="693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8" name="Google Shape;78;p1"/>
          <p:cNvCxnSpPr>
            <a:stCxn id="56" idx="3"/>
            <a:endCxn id="62" idx="1"/>
          </p:cNvCxnSpPr>
          <p:nvPr/>
        </p:nvCxnSpPr>
        <p:spPr>
          <a:xfrm>
            <a:off x="4038775" y="1944175"/>
            <a:ext cx="518700" cy="24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9" name="Google Shape;79;p1"/>
          <p:cNvCxnSpPr>
            <a:stCxn id="62" idx="3"/>
            <a:endCxn id="63" idx="1"/>
          </p:cNvCxnSpPr>
          <p:nvPr/>
        </p:nvCxnSpPr>
        <p:spPr>
          <a:xfrm rot="10800000" flipH="1">
            <a:off x="5638475" y="1727900"/>
            <a:ext cx="563400" cy="463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" name="Google Shape;80;p1"/>
          <p:cNvCxnSpPr>
            <a:stCxn id="62" idx="3"/>
            <a:endCxn id="68" idx="1"/>
          </p:cNvCxnSpPr>
          <p:nvPr/>
        </p:nvCxnSpPr>
        <p:spPr>
          <a:xfrm>
            <a:off x="5638475" y="2191700"/>
            <a:ext cx="563400" cy="363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1" name="Google Shape;81;p1"/>
          <p:cNvSpPr txBox="1"/>
          <p:nvPr/>
        </p:nvSpPr>
        <p:spPr>
          <a:xfrm>
            <a:off x="80325" y="3209450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r>
              <a:rPr lang="en" sz="1200" b="1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400" b="1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"/>
          <p:cNvSpPr/>
          <p:nvPr/>
        </p:nvSpPr>
        <p:spPr>
          <a:xfrm>
            <a:off x="1664575" y="3308700"/>
            <a:ext cx="23742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predicted to undergo NMD</a:t>
            </a: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/>
          <p:nvPr/>
        </p:nvSpPr>
        <p:spPr>
          <a:xfrm>
            <a:off x="1654125" y="6290300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preserves reading frame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"/>
          <p:cNvSpPr/>
          <p:nvPr/>
        </p:nvSpPr>
        <p:spPr>
          <a:xfrm>
            <a:off x="4507775" y="4114825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(</a:t>
            </a:r>
            <a:r>
              <a:rPr lang="en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codons 582-620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" sz="12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4536350" y="44892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 (</a:t>
            </a:r>
            <a:r>
              <a:rPr lang="en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codons 621-676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6180650" y="44992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6180650" y="50687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9183675" y="50687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4533750" y="77523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0945225" y="41148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</a:t>
            </a:r>
            <a:r>
              <a:rPr lang="en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Moderate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0945225" y="45443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0945225" y="51329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PVS1_Stupp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0945225" y="56355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0945225" y="77591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9183600" y="559490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1643625" y="4315725"/>
            <a:ext cx="2395200" cy="1612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</a:t>
            </a:r>
            <a:r>
              <a:rPr lang="en" sz="1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1"/>
          <p:cNvCxnSpPr>
            <a:stCxn id="81" idx="3"/>
            <a:endCxn id="82" idx="1"/>
          </p:cNvCxnSpPr>
          <p:nvPr/>
        </p:nvCxnSpPr>
        <p:spPr>
          <a:xfrm rot="10800000" flipH="1">
            <a:off x="1186125" y="3710000"/>
            <a:ext cx="478500" cy="1899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8" name="Google Shape;98;p1"/>
          <p:cNvCxnSpPr>
            <a:stCxn id="81" idx="3"/>
            <a:endCxn id="96" idx="1"/>
          </p:cNvCxnSpPr>
          <p:nvPr/>
        </p:nvCxnSpPr>
        <p:spPr>
          <a:xfrm rot="10800000" flipH="1">
            <a:off x="1186125" y="5121800"/>
            <a:ext cx="457500" cy="487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9" name="Google Shape;99;p1"/>
          <p:cNvCxnSpPr>
            <a:stCxn id="81" idx="3"/>
            <a:endCxn id="83" idx="1"/>
          </p:cNvCxnSpPr>
          <p:nvPr/>
        </p:nvCxnSpPr>
        <p:spPr>
          <a:xfrm>
            <a:off x="1186125" y="5609600"/>
            <a:ext cx="468000" cy="1459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0" name="Google Shape;100;p1"/>
          <p:cNvCxnSpPr>
            <a:stCxn id="96" idx="3"/>
            <a:endCxn id="84" idx="1"/>
          </p:cNvCxnSpPr>
          <p:nvPr/>
        </p:nvCxnSpPr>
        <p:spPr>
          <a:xfrm rot="10800000" flipH="1">
            <a:off x="4038825" y="4253325"/>
            <a:ext cx="468900" cy="868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1" name="Google Shape;101;p1"/>
          <p:cNvCxnSpPr>
            <a:stCxn id="96" idx="3"/>
            <a:endCxn id="85" idx="1"/>
          </p:cNvCxnSpPr>
          <p:nvPr/>
        </p:nvCxnSpPr>
        <p:spPr>
          <a:xfrm>
            <a:off x="4038825" y="5121825"/>
            <a:ext cx="497400" cy="146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2" name="Google Shape;102;p1"/>
          <p:cNvCxnSpPr>
            <a:stCxn id="85" idx="3"/>
            <a:endCxn id="86" idx="1"/>
          </p:cNvCxnSpPr>
          <p:nvPr/>
        </p:nvCxnSpPr>
        <p:spPr>
          <a:xfrm rot="10800000" flipH="1">
            <a:off x="5617250" y="4730175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3" name="Google Shape;103;p1"/>
          <p:cNvCxnSpPr>
            <a:stCxn id="85" idx="3"/>
            <a:endCxn id="87" idx="1"/>
          </p:cNvCxnSpPr>
          <p:nvPr/>
        </p:nvCxnSpPr>
        <p:spPr>
          <a:xfrm>
            <a:off x="5617250" y="52683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4" name="Google Shape;104;p1"/>
          <p:cNvCxnSpPr>
            <a:stCxn id="87" idx="3"/>
            <a:endCxn id="88" idx="1"/>
          </p:cNvCxnSpPr>
          <p:nvPr/>
        </p:nvCxnSpPr>
        <p:spPr>
          <a:xfrm rot="10800000" flipH="1">
            <a:off x="8798750" y="52950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5" name="Google Shape;105;p1"/>
          <p:cNvCxnSpPr>
            <a:stCxn id="87" idx="3"/>
            <a:endCxn id="95" idx="1"/>
          </p:cNvCxnSpPr>
          <p:nvPr/>
        </p:nvCxnSpPr>
        <p:spPr>
          <a:xfrm>
            <a:off x="8798750" y="55581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6" name="Google Shape;106;p1"/>
          <p:cNvCxnSpPr>
            <a:stCxn id="57" idx="3"/>
            <a:endCxn id="59" idx="1"/>
          </p:cNvCxnSpPr>
          <p:nvPr/>
        </p:nvCxnSpPr>
        <p:spPr>
          <a:xfrm>
            <a:off x="10404350" y="167028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7" name="Google Shape;107;p1"/>
          <p:cNvCxnSpPr>
            <a:stCxn id="58" idx="3"/>
            <a:endCxn id="60" idx="1"/>
          </p:cNvCxnSpPr>
          <p:nvPr/>
        </p:nvCxnSpPr>
        <p:spPr>
          <a:xfrm>
            <a:off x="10404275" y="900401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8" name="Google Shape;108;p1"/>
          <p:cNvCxnSpPr>
            <a:stCxn id="61" idx="3"/>
            <a:endCxn id="64" idx="1"/>
          </p:cNvCxnSpPr>
          <p:nvPr/>
        </p:nvCxnSpPr>
        <p:spPr>
          <a:xfrm>
            <a:off x="10425500" y="1251150"/>
            <a:ext cx="519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9" name="Google Shape;109;p1"/>
          <p:cNvCxnSpPr>
            <a:stCxn id="63" idx="3"/>
            <a:endCxn id="65" idx="1"/>
          </p:cNvCxnSpPr>
          <p:nvPr/>
        </p:nvCxnSpPr>
        <p:spPr>
          <a:xfrm>
            <a:off x="10436375" y="172792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0" name="Google Shape;110;p1"/>
          <p:cNvCxnSpPr>
            <a:stCxn id="69" idx="3"/>
            <a:endCxn id="66" idx="1"/>
          </p:cNvCxnSpPr>
          <p:nvPr/>
        </p:nvCxnSpPr>
        <p:spPr>
          <a:xfrm>
            <a:off x="10436400" y="2292600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1" name="Google Shape;111;p1"/>
          <p:cNvCxnSpPr>
            <a:stCxn id="70" idx="3"/>
            <a:endCxn id="67" idx="1"/>
          </p:cNvCxnSpPr>
          <p:nvPr/>
        </p:nvCxnSpPr>
        <p:spPr>
          <a:xfrm>
            <a:off x="10436325" y="281877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2" name="Google Shape;112;p1"/>
          <p:cNvCxnSpPr>
            <a:stCxn id="84" idx="3"/>
            <a:endCxn id="90" idx="1"/>
          </p:cNvCxnSpPr>
          <p:nvPr/>
        </p:nvCxnSpPr>
        <p:spPr>
          <a:xfrm>
            <a:off x="10404275" y="425327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3" name="Google Shape;113;p1"/>
          <p:cNvCxnSpPr>
            <a:stCxn id="86" idx="3"/>
            <a:endCxn id="91" idx="1"/>
          </p:cNvCxnSpPr>
          <p:nvPr/>
        </p:nvCxnSpPr>
        <p:spPr>
          <a:xfrm>
            <a:off x="10415150" y="47300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4" name="Google Shape;114;p1"/>
          <p:cNvCxnSpPr>
            <a:stCxn id="88" idx="3"/>
            <a:endCxn id="92" idx="1"/>
          </p:cNvCxnSpPr>
          <p:nvPr/>
        </p:nvCxnSpPr>
        <p:spPr>
          <a:xfrm>
            <a:off x="10415175" y="5295075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5" name="Google Shape;115;p1"/>
          <p:cNvCxnSpPr>
            <a:stCxn id="95" idx="3"/>
            <a:endCxn id="93" idx="1"/>
          </p:cNvCxnSpPr>
          <p:nvPr/>
        </p:nvCxnSpPr>
        <p:spPr>
          <a:xfrm>
            <a:off x="10415100" y="58212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6" name="Google Shape;116;p1"/>
          <p:cNvCxnSpPr>
            <a:stCxn id="89" idx="3"/>
            <a:endCxn id="94" idx="1"/>
          </p:cNvCxnSpPr>
          <p:nvPr/>
        </p:nvCxnSpPr>
        <p:spPr>
          <a:xfrm>
            <a:off x="10441050" y="7890800"/>
            <a:ext cx="5043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7" name="Google Shape;117;p1"/>
          <p:cNvSpPr txBox="1"/>
          <p:nvPr/>
        </p:nvSpPr>
        <p:spPr>
          <a:xfrm>
            <a:off x="80325" y="8238775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1701200" y="873820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</a:t>
            </a: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1701200" y="1090415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1701200" y="8253750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4572975" y="8662000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4544400" y="9544325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"/>
          <p:cNvSpPr/>
          <p:nvPr/>
        </p:nvSpPr>
        <p:spPr>
          <a:xfrm>
            <a:off x="4572900" y="9090575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4572975" y="99187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6217275" y="99287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10945225" y="82537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r>
              <a:rPr lang="en" sz="12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4544400" y="115622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10945225" y="86620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/>
          <p:nvPr/>
        </p:nvSpPr>
        <p:spPr>
          <a:xfrm>
            <a:off x="10945225" y="90905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10945225" y="95443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10945225" y="99738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10945225" y="105624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10945225" y="110650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10945225" y="115622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80325" y="12085325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1701200" y="12052375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/>
          <p:nvPr/>
        </p:nvSpPr>
        <p:spPr>
          <a:xfrm>
            <a:off x="1701200" y="12571475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1701200" y="13068275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/>
          <p:nvPr/>
        </p:nvSpPr>
        <p:spPr>
          <a:xfrm>
            <a:off x="4533725" y="12051213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/>
          <p:nvPr/>
        </p:nvSpPr>
        <p:spPr>
          <a:xfrm>
            <a:off x="4533625" y="124186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or unknown impact on reading frame and NMD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/>
          <p:nvPr/>
        </p:nvSpPr>
        <p:spPr>
          <a:xfrm>
            <a:off x="4533750" y="1281830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10945225" y="120512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/>
          <p:nvPr/>
        </p:nvSpPr>
        <p:spPr>
          <a:xfrm>
            <a:off x="10945225" y="12418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"/>
          <p:cNvSpPr/>
          <p:nvPr/>
        </p:nvSpPr>
        <p:spPr>
          <a:xfrm>
            <a:off x="10945225" y="128183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"/>
          <p:cNvSpPr/>
          <p:nvPr/>
        </p:nvSpPr>
        <p:spPr>
          <a:xfrm>
            <a:off x="10945225" y="131606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"/>
          <p:cNvSpPr txBox="1"/>
          <p:nvPr/>
        </p:nvSpPr>
        <p:spPr>
          <a:xfrm>
            <a:off x="80325" y="13755673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Initiation Codon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"/>
          <p:cNvSpPr/>
          <p:nvPr/>
        </p:nvSpPr>
        <p:spPr>
          <a:xfrm>
            <a:off x="1659400" y="14372150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functional transcript uses alternative start codon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"/>
          <p:cNvSpPr/>
          <p:nvPr/>
        </p:nvSpPr>
        <p:spPr>
          <a:xfrm>
            <a:off x="1659400" y="13779525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"/>
          <p:cNvSpPr/>
          <p:nvPr/>
        </p:nvSpPr>
        <p:spPr>
          <a:xfrm>
            <a:off x="4533801" y="13784050"/>
            <a:ext cx="57816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≥1 pathogenic variant(s) upstream of closest potential in-frame start codon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4533800" y="14162050"/>
            <a:ext cx="57627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codon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"/>
          <p:cNvSpPr/>
          <p:nvPr/>
        </p:nvSpPr>
        <p:spPr>
          <a:xfrm>
            <a:off x="10945225" y="14160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"/>
          <p:cNvSpPr/>
          <p:nvPr/>
        </p:nvSpPr>
        <p:spPr>
          <a:xfrm>
            <a:off x="10945225" y="137804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"/>
          <p:cNvSpPr/>
          <p:nvPr/>
        </p:nvSpPr>
        <p:spPr>
          <a:xfrm>
            <a:off x="10945225" y="14511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"/>
          <p:cNvSpPr/>
          <p:nvPr/>
        </p:nvSpPr>
        <p:spPr>
          <a:xfrm>
            <a:off x="1680250" y="9768325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p1"/>
          <p:cNvCxnSpPr>
            <a:stCxn id="117" idx="3"/>
            <a:endCxn id="120" idx="1"/>
          </p:cNvCxnSpPr>
          <p:nvPr/>
        </p:nvCxnSpPr>
        <p:spPr>
          <a:xfrm rot="10800000" flipH="1">
            <a:off x="1186125" y="8392225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6" name="Google Shape;156;p1"/>
          <p:cNvCxnSpPr>
            <a:stCxn id="117" idx="3"/>
            <a:endCxn id="118" idx="1"/>
          </p:cNvCxnSpPr>
          <p:nvPr/>
        </p:nvCxnSpPr>
        <p:spPr>
          <a:xfrm rot="10800000" flipH="1">
            <a:off x="1186125" y="9139525"/>
            <a:ext cx="515100" cy="92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7" name="Google Shape;157;p1"/>
          <p:cNvCxnSpPr>
            <a:stCxn id="117" idx="3"/>
            <a:endCxn id="154" idx="1"/>
          </p:cNvCxnSpPr>
          <p:nvPr/>
        </p:nvCxnSpPr>
        <p:spPr>
          <a:xfrm>
            <a:off x="1186125" y="10067425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8" name="Google Shape;158;p1"/>
          <p:cNvCxnSpPr>
            <a:stCxn id="117" idx="3"/>
            <a:endCxn id="119" idx="1"/>
          </p:cNvCxnSpPr>
          <p:nvPr/>
        </p:nvCxnSpPr>
        <p:spPr>
          <a:xfrm>
            <a:off x="1186125" y="10067425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9" name="Google Shape;159;p1"/>
          <p:cNvCxnSpPr>
            <a:stCxn id="120" idx="3"/>
            <a:endCxn id="126" idx="1"/>
          </p:cNvCxnSpPr>
          <p:nvPr/>
        </p:nvCxnSpPr>
        <p:spPr>
          <a:xfrm>
            <a:off x="4028300" y="8392200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0" name="Google Shape;160;p1"/>
          <p:cNvCxnSpPr>
            <a:stCxn id="118" idx="3"/>
            <a:endCxn id="121" idx="1"/>
          </p:cNvCxnSpPr>
          <p:nvPr/>
        </p:nvCxnSpPr>
        <p:spPr>
          <a:xfrm rot="10800000" flipH="1">
            <a:off x="4028300" y="8800450"/>
            <a:ext cx="5448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1" name="Google Shape;161;p1"/>
          <p:cNvCxnSpPr>
            <a:stCxn id="118" idx="3"/>
            <a:endCxn id="123" idx="1"/>
          </p:cNvCxnSpPr>
          <p:nvPr/>
        </p:nvCxnSpPr>
        <p:spPr>
          <a:xfrm>
            <a:off x="4028300" y="9139450"/>
            <a:ext cx="5445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2" name="Google Shape;162;p1"/>
          <p:cNvCxnSpPr>
            <a:stCxn id="154" idx="3"/>
            <a:endCxn id="122" idx="1"/>
          </p:cNvCxnSpPr>
          <p:nvPr/>
        </p:nvCxnSpPr>
        <p:spPr>
          <a:xfrm rot="10800000" flipH="1">
            <a:off x="4007350" y="9682825"/>
            <a:ext cx="537000" cy="540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3" name="Google Shape;163;p1"/>
          <p:cNvCxnSpPr>
            <a:stCxn id="154" idx="3"/>
            <a:endCxn id="124" idx="1"/>
          </p:cNvCxnSpPr>
          <p:nvPr/>
        </p:nvCxnSpPr>
        <p:spPr>
          <a:xfrm>
            <a:off x="4007350" y="10223425"/>
            <a:ext cx="565500" cy="474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4" name="Google Shape;164;p1"/>
          <p:cNvCxnSpPr>
            <a:stCxn id="119" idx="3"/>
            <a:endCxn id="124" idx="1"/>
          </p:cNvCxnSpPr>
          <p:nvPr/>
        </p:nvCxnSpPr>
        <p:spPr>
          <a:xfrm rot="10800000" flipH="1">
            <a:off x="4028300" y="10697900"/>
            <a:ext cx="544800" cy="60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5" name="Google Shape;165;p1"/>
          <p:cNvCxnSpPr>
            <a:stCxn id="119" idx="3"/>
            <a:endCxn id="127" idx="1"/>
          </p:cNvCxnSpPr>
          <p:nvPr/>
        </p:nvCxnSpPr>
        <p:spPr>
          <a:xfrm>
            <a:off x="4028300" y="11305400"/>
            <a:ext cx="516000" cy="395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6" name="Google Shape;166;p1"/>
          <p:cNvCxnSpPr>
            <a:stCxn id="124" idx="3"/>
            <a:endCxn id="125" idx="1"/>
          </p:cNvCxnSpPr>
          <p:nvPr/>
        </p:nvCxnSpPr>
        <p:spPr>
          <a:xfrm rot="10800000" flipH="1">
            <a:off x="5653875" y="10159675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7" name="Google Shape;167;p1"/>
          <p:cNvCxnSpPr>
            <a:stCxn id="124" idx="3"/>
          </p:cNvCxnSpPr>
          <p:nvPr/>
        </p:nvCxnSpPr>
        <p:spPr>
          <a:xfrm>
            <a:off x="5653875" y="106978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8" name="Google Shape;168;p1"/>
          <p:cNvCxnSpPr>
            <a:stCxn id="121" idx="3"/>
            <a:endCxn id="128" idx="1"/>
          </p:cNvCxnSpPr>
          <p:nvPr/>
        </p:nvCxnSpPr>
        <p:spPr>
          <a:xfrm>
            <a:off x="10440975" y="880045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9" name="Google Shape;169;p1"/>
          <p:cNvCxnSpPr>
            <a:stCxn id="123" idx="3"/>
            <a:endCxn id="129" idx="1"/>
          </p:cNvCxnSpPr>
          <p:nvPr/>
        </p:nvCxnSpPr>
        <p:spPr>
          <a:xfrm>
            <a:off x="10440900" y="9229025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0" name="Google Shape;170;p1"/>
          <p:cNvCxnSpPr>
            <a:stCxn id="122" idx="3"/>
            <a:endCxn id="130" idx="1"/>
          </p:cNvCxnSpPr>
          <p:nvPr/>
        </p:nvCxnSpPr>
        <p:spPr>
          <a:xfrm>
            <a:off x="10440900" y="9682775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1" name="Google Shape;171;p1"/>
          <p:cNvCxnSpPr>
            <a:stCxn id="125" idx="3"/>
            <a:endCxn id="131" idx="1"/>
          </p:cNvCxnSpPr>
          <p:nvPr/>
        </p:nvCxnSpPr>
        <p:spPr>
          <a:xfrm>
            <a:off x="10451775" y="1015955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2" name="Google Shape;172;p1"/>
          <p:cNvCxnSpPr>
            <a:stCxn id="127" idx="3"/>
            <a:endCxn id="134" idx="1"/>
          </p:cNvCxnSpPr>
          <p:nvPr/>
        </p:nvCxnSpPr>
        <p:spPr>
          <a:xfrm>
            <a:off x="10451700" y="1170070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" name="Google Shape;173;p1"/>
          <p:cNvCxnSpPr>
            <a:stCxn id="135" idx="3"/>
            <a:endCxn id="136" idx="1"/>
          </p:cNvCxnSpPr>
          <p:nvPr/>
        </p:nvCxnSpPr>
        <p:spPr>
          <a:xfrm rot="10800000" flipH="1">
            <a:off x="1186125" y="12238175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4" name="Google Shape;174;p1"/>
          <p:cNvCxnSpPr>
            <a:stCxn id="135" idx="3"/>
            <a:endCxn id="137" idx="1"/>
          </p:cNvCxnSpPr>
          <p:nvPr/>
        </p:nvCxnSpPr>
        <p:spPr>
          <a:xfrm rot="10800000" flipH="1">
            <a:off x="1186125" y="12796475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5" name="Google Shape;175;p1"/>
          <p:cNvCxnSpPr>
            <a:stCxn id="135" idx="3"/>
            <a:endCxn id="138" idx="1"/>
          </p:cNvCxnSpPr>
          <p:nvPr/>
        </p:nvCxnSpPr>
        <p:spPr>
          <a:xfrm>
            <a:off x="1186125" y="12825875"/>
            <a:ext cx="515100" cy="473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" name="Google Shape;176;p1"/>
          <p:cNvCxnSpPr>
            <a:stCxn id="136" idx="3"/>
            <a:endCxn id="140" idx="1"/>
          </p:cNvCxnSpPr>
          <p:nvPr/>
        </p:nvCxnSpPr>
        <p:spPr>
          <a:xfrm>
            <a:off x="4028300" y="12238075"/>
            <a:ext cx="505200" cy="31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7" name="Google Shape;177;p1"/>
          <p:cNvCxnSpPr>
            <a:stCxn id="137" idx="3"/>
            <a:endCxn id="140" idx="1"/>
          </p:cNvCxnSpPr>
          <p:nvPr/>
        </p:nvCxnSpPr>
        <p:spPr>
          <a:xfrm rot="10800000" flipH="1">
            <a:off x="4028300" y="12557075"/>
            <a:ext cx="505200" cy="23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8" name="Google Shape;178;p1"/>
          <p:cNvCxnSpPr>
            <a:stCxn id="137" idx="3"/>
            <a:endCxn id="141" idx="1"/>
          </p:cNvCxnSpPr>
          <p:nvPr/>
        </p:nvCxnSpPr>
        <p:spPr>
          <a:xfrm>
            <a:off x="4028300" y="12796475"/>
            <a:ext cx="505500" cy="160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9" name="Google Shape;179;p1"/>
          <p:cNvCxnSpPr>
            <a:stCxn id="139" idx="3"/>
            <a:endCxn id="142" idx="1"/>
          </p:cNvCxnSpPr>
          <p:nvPr/>
        </p:nvCxnSpPr>
        <p:spPr>
          <a:xfrm>
            <a:off x="10441025" y="1218966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0" name="Google Shape;180;p1"/>
          <p:cNvCxnSpPr>
            <a:stCxn id="140" idx="3"/>
            <a:endCxn id="143" idx="1"/>
          </p:cNvCxnSpPr>
          <p:nvPr/>
        </p:nvCxnSpPr>
        <p:spPr>
          <a:xfrm>
            <a:off x="10440925" y="1255710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1" name="Google Shape;181;p1"/>
          <p:cNvCxnSpPr>
            <a:stCxn id="141" idx="3"/>
            <a:endCxn id="144" idx="1"/>
          </p:cNvCxnSpPr>
          <p:nvPr/>
        </p:nvCxnSpPr>
        <p:spPr>
          <a:xfrm>
            <a:off x="10441050" y="1295675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2" name="Google Shape;182;p1"/>
          <p:cNvCxnSpPr>
            <a:stCxn id="148" idx="3"/>
            <a:endCxn id="149" idx="1"/>
          </p:cNvCxnSpPr>
          <p:nvPr/>
        </p:nvCxnSpPr>
        <p:spPr>
          <a:xfrm rot="10800000" flipH="1">
            <a:off x="3986500" y="13921275"/>
            <a:ext cx="547200" cy="136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3" name="Google Shape;183;p1"/>
          <p:cNvCxnSpPr>
            <a:stCxn id="148" idx="3"/>
            <a:endCxn id="150" idx="1"/>
          </p:cNvCxnSpPr>
          <p:nvPr/>
        </p:nvCxnSpPr>
        <p:spPr>
          <a:xfrm>
            <a:off x="3986500" y="14057475"/>
            <a:ext cx="547200" cy="241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4" name="Google Shape;184;p1"/>
          <p:cNvCxnSpPr>
            <a:stCxn id="147" idx="3"/>
            <a:endCxn id="153" idx="1"/>
          </p:cNvCxnSpPr>
          <p:nvPr/>
        </p:nvCxnSpPr>
        <p:spPr>
          <a:xfrm>
            <a:off x="3986500" y="14650100"/>
            <a:ext cx="6958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5" name="Google Shape;185;p1"/>
          <p:cNvCxnSpPr>
            <a:stCxn id="149" idx="3"/>
            <a:endCxn id="152" idx="1"/>
          </p:cNvCxnSpPr>
          <p:nvPr/>
        </p:nvCxnSpPr>
        <p:spPr>
          <a:xfrm rot="10800000" flipH="1">
            <a:off x="10315401" y="13918750"/>
            <a:ext cx="629700" cy="2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6" name="Google Shape;186;p1"/>
          <p:cNvCxnSpPr>
            <a:stCxn id="150" idx="3"/>
            <a:endCxn id="151" idx="1"/>
          </p:cNvCxnSpPr>
          <p:nvPr/>
        </p:nvCxnSpPr>
        <p:spPr>
          <a:xfrm>
            <a:off x="10296500" y="14299150"/>
            <a:ext cx="6486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7" name="Google Shape;187;p1"/>
          <p:cNvCxnSpPr>
            <a:stCxn id="146" idx="3"/>
            <a:endCxn id="148" idx="1"/>
          </p:cNvCxnSpPr>
          <p:nvPr/>
        </p:nvCxnSpPr>
        <p:spPr>
          <a:xfrm rot="10800000" flipH="1">
            <a:off x="1186125" y="14057473"/>
            <a:ext cx="473400" cy="236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8" name="Google Shape;188;p1"/>
          <p:cNvCxnSpPr>
            <a:stCxn id="146" idx="3"/>
            <a:endCxn id="147" idx="1"/>
          </p:cNvCxnSpPr>
          <p:nvPr/>
        </p:nvCxnSpPr>
        <p:spPr>
          <a:xfrm>
            <a:off x="1186125" y="14293573"/>
            <a:ext cx="473400" cy="356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9" name="Google Shape;189;p1"/>
          <p:cNvSpPr/>
          <p:nvPr/>
        </p:nvSpPr>
        <p:spPr>
          <a:xfrm>
            <a:off x="6217275" y="104982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1"/>
          <p:cNvSpPr/>
          <p:nvPr/>
        </p:nvSpPr>
        <p:spPr>
          <a:xfrm>
            <a:off x="9220300" y="104982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"/>
          <p:cNvSpPr/>
          <p:nvPr/>
        </p:nvSpPr>
        <p:spPr>
          <a:xfrm>
            <a:off x="9220225" y="1102440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1"/>
          <p:cNvCxnSpPr>
            <a:stCxn id="189" idx="3"/>
            <a:endCxn id="190" idx="1"/>
          </p:cNvCxnSpPr>
          <p:nvPr/>
        </p:nvCxnSpPr>
        <p:spPr>
          <a:xfrm rot="10800000" flipH="1">
            <a:off x="8835375" y="107245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3" name="Google Shape;193;p1"/>
          <p:cNvCxnSpPr>
            <a:stCxn id="189" idx="3"/>
            <a:endCxn id="191" idx="1"/>
          </p:cNvCxnSpPr>
          <p:nvPr/>
        </p:nvCxnSpPr>
        <p:spPr>
          <a:xfrm>
            <a:off x="8835375" y="109876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4" name="Google Shape;194;p1"/>
          <p:cNvCxnSpPr>
            <a:stCxn id="190" idx="3"/>
            <a:endCxn id="132" idx="1"/>
          </p:cNvCxnSpPr>
          <p:nvPr/>
        </p:nvCxnSpPr>
        <p:spPr>
          <a:xfrm>
            <a:off x="10451800" y="10724575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5" name="Google Shape;195;p1"/>
          <p:cNvCxnSpPr>
            <a:stCxn id="191" idx="3"/>
            <a:endCxn id="133" idx="1"/>
          </p:cNvCxnSpPr>
          <p:nvPr/>
        </p:nvCxnSpPr>
        <p:spPr>
          <a:xfrm>
            <a:off x="10451725" y="1125075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6" name="Google Shape;196;p1"/>
          <p:cNvSpPr/>
          <p:nvPr/>
        </p:nvSpPr>
        <p:spPr>
          <a:xfrm>
            <a:off x="4536350" y="61111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"/>
          <p:cNvSpPr/>
          <p:nvPr/>
        </p:nvSpPr>
        <p:spPr>
          <a:xfrm>
            <a:off x="6180650" y="60994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"/>
          <p:cNvSpPr/>
          <p:nvPr/>
        </p:nvSpPr>
        <p:spPr>
          <a:xfrm>
            <a:off x="6180650" y="66689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1"/>
          <p:cNvSpPr/>
          <p:nvPr/>
        </p:nvSpPr>
        <p:spPr>
          <a:xfrm>
            <a:off x="9183675" y="66689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"/>
          <p:cNvSpPr/>
          <p:nvPr/>
        </p:nvSpPr>
        <p:spPr>
          <a:xfrm>
            <a:off x="10945225" y="61445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"/>
          <p:cNvSpPr/>
          <p:nvPr/>
        </p:nvSpPr>
        <p:spPr>
          <a:xfrm>
            <a:off x="10945225" y="67331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"/>
          <p:cNvSpPr/>
          <p:nvPr/>
        </p:nvSpPr>
        <p:spPr>
          <a:xfrm>
            <a:off x="10945225" y="72357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"/>
          <p:cNvSpPr/>
          <p:nvPr/>
        </p:nvSpPr>
        <p:spPr>
          <a:xfrm>
            <a:off x="9183600" y="719510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1"/>
          <p:cNvCxnSpPr>
            <a:endCxn id="197" idx="1"/>
          </p:cNvCxnSpPr>
          <p:nvPr/>
        </p:nvCxnSpPr>
        <p:spPr>
          <a:xfrm rot="10800000" flipH="1">
            <a:off x="5617250" y="6330250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5" name="Google Shape;205;p1"/>
          <p:cNvCxnSpPr>
            <a:endCxn id="198" idx="1"/>
          </p:cNvCxnSpPr>
          <p:nvPr/>
        </p:nvCxnSpPr>
        <p:spPr>
          <a:xfrm>
            <a:off x="5617250" y="68685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6" name="Google Shape;206;p1"/>
          <p:cNvCxnSpPr>
            <a:stCxn id="198" idx="3"/>
            <a:endCxn id="199" idx="1"/>
          </p:cNvCxnSpPr>
          <p:nvPr/>
        </p:nvCxnSpPr>
        <p:spPr>
          <a:xfrm rot="10800000" flipH="1">
            <a:off x="8798750" y="68952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7" name="Google Shape;207;p1"/>
          <p:cNvCxnSpPr>
            <a:stCxn id="198" idx="3"/>
            <a:endCxn id="203" idx="1"/>
          </p:cNvCxnSpPr>
          <p:nvPr/>
        </p:nvCxnSpPr>
        <p:spPr>
          <a:xfrm>
            <a:off x="8798750" y="71583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8" name="Google Shape;208;p1"/>
          <p:cNvCxnSpPr>
            <a:stCxn id="197" idx="3"/>
            <a:endCxn id="200" idx="1"/>
          </p:cNvCxnSpPr>
          <p:nvPr/>
        </p:nvCxnSpPr>
        <p:spPr>
          <a:xfrm>
            <a:off x="10415150" y="63302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9" name="Google Shape;209;p1"/>
          <p:cNvCxnSpPr>
            <a:stCxn id="199" idx="3"/>
            <a:endCxn id="201" idx="1"/>
          </p:cNvCxnSpPr>
          <p:nvPr/>
        </p:nvCxnSpPr>
        <p:spPr>
          <a:xfrm>
            <a:off x="10415175" y="6895275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0" name="Google Shape;210;p1"/>
          <p:cNvCxnSpPr>
            <a:stCxn id="203" idx="3"/>
            <a:endCxn id="202" idx="1"/>
          </p:cNvCxnSpPr>
          <p:nvPr/>
        </p:nvCxnSpPr>
        <p:spPr>
          <a:xfrm>
            <a:off x="10415100" y="7421450"/>
            <a:ext cx="530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1" name="Google Shape;211;p1"/>
          <p:cNvCxnSpPr>
            <a:stCxn id="83" idx="3"/>
            <a:endCxn id="196" idx="1"/>
          </p:cNvCxnSpPr>
          <p:nvPr/>
        </p:nvCxnSpPr>
        <p:spPr>
          <a:xfrm rot="10800000" flipH="1">
            <a:off x="4028325" y="6890300"/>
            <a:ext cx="507900" cy="17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2" name="Google Shape;212;p1"/>
          <p:cNvCxnSpPr>
            <a:stCxn id="83" idx="3"/>
            <a:endCxn id="89" idx="1"/>
          </p:cNvCxnSpPr>
          <p:nvPr/>
        </p:nvCxnSpPr>
        <p:spPr>
          <a:xfrm>
            <a:off x="4028325" y="7069400"/>
            <a:ext cx="505500" cy="82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3" name="Google Shape;213;p1"/>
          <p:cNvCxnSpPr>
            <a:stCxn id="138" idx="3"/>
            <a:endCxn id="145" idx="1"/>
          </p:cNvCxnSpPr>
          <p:nvPr/>
        </p:nvCxnSpPr>
        <p:spPr>
          <a:xfrm>
            <a:off x="4028300" y="13299125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4" name="Google Shape;214;p1"/>
          <p:cNvCxnSpPr>
            <a:stCxn id="136" idx="3"/>
            <a:endCxn id="139" idx="1"/>
          </p:cNvCxnSpPr>
          <p:nvPr/>
        </p:nvCxnSpPr>
        <p:spPr>
          <a:xfrm rot="10800000" flipH="1">
            <a:off x="4028300" y="12189775"/>
            <a:ext cx="505500" cy="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9" name="Google Shape;219;p1"/>
          <p:cNvSpPr/>
          <p:nvPr/>
        </p:nvSpPr>
        <p:spPr>
          <a:xfrm>
            <a:off x="4545316" y="3067609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r>
              <a:rPr lang="en" sz="12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truncation between codons 1-5</a:t>
            </a:r>
            <a:r>
              <a:rPr lang="en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81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"/>
          <p:cNvSpPr/>
          <p:nvPr/>
        </p:nvSpPr>
        <p:spPr>
          <a:xfrm>
            <a:off x="4545241" y="3800982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1"/>
          <p:cNvSpPr/>
          <p:nvPr/>
        </p:nvSpPr>
        <p:spPr>
          <a:xfrm>
            <a:off x="10954191" y="3067609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"/>
          <p:cNvSpPr/>
          <p:nvPr/>
        </p:nvSpPr>
        <p:spPr>
          <a:xfrm>
            <a:off x="10954191" y="3800982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p1"/>
          <p:cNvCxnSpPr>
            <a:endCxn id="219" idx="1"/>
          </p:cNvCxnSpPr>
          <p:nvPr/>
        </p:nvCxnSpPr>
        <p:spPr>
          <a:xfrm rot="10800000" flipH="1">
            <a:off x="4047616" y="3206059"/>
            <a:ext cx="497700" cy="402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4" name="Google Shape;224;p1"/>
          <p:cNvCxnSpPr>
            <a:endCxn id="220" idx="1"/>
          </p:cNvCxnSpPr>
          <p:nvPr/>
        </p:nvCxnSpPr>
        <p:spPr>
          <a:xfrm>
            <a:off x="4047841" y="3608232"/>
            <a:ext cx="497400" cy="331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5" name="Google Shape;225;p1"/>
          <p:cNvCxnSpPr>
            <a:stCxn id="219" idx="3"/>
            <a:endCxn id="221" idx="1"/>
          </p:cNvCxnSpPr>
          <p:nvPr/>
        </p:nvCxnSpPr>
        <p:spPr>
          <a:xfrm>
            <a:off x="10413316" y="3206059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6" name="Google Shape;226;p1"/>
          <p:cNvCxnSpPr>
            <a:stCxn id="220" idx="3"/>
            <a:endCxn id="222" idx="1"/>
          </p:cNvCxnSpPr>
          <p:nvPr/>
        </p:nvCxnSpPr>
        <p:spPr>
          <a:xfrm>
            <a:off x="10413241" y="3939432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</Words>
  <Application>Microsoft Macintosh PowerPoint</Application>
  <PresentationFormat>Custom</PresentationFormat>
  <Paragraphs>94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Justyne</dc:creator>
  <cp:lastModifiedBy>Hankey, William Charles IV</cp:lastModifiedBy>
  <cp:revision>1</cp:revision>
  <dcterms:modified xsi:type="dcterms:W3CDTF">2025-01-02T14:31:15Z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0x0101007442E98927948A45BD855BFC16A16160</vt:lpwstr>
  </property>
</Properties>
</file>