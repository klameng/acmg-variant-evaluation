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06" autoAdjust="0"/>
    <p:restoredTop sz="94660"/>
  </p:normalViewPr>
  <p:slideViewPr>
    <p:cSldViewPr snapToGrid="0">
      <p:cViewPr>
        <p:scale>
          <a:sx n="66" d="100"/>
          <a:sy n="66" d="100"/>
        </p:scale>
        <p:origin x="164" y="32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Predicted to undergo NMD (nucleotide is </a:t>
            </a:r>
            <a:r>
              <a:rPr lang="en-US" sz="12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3’ of c.1109</a:t>
            </a:r>
            <a:r>
              <a:rPr lang="en-US" b="0" i="0" dirty="0">
                <a:solidFill>
                  <a:srgbClr val="212529"/>
                </a:solidFill>
                <a:effectLst/>
                <a:latin typeface="Helvetica Neue"/>
              </a:rPr>
              <a:t>)</a:t>
            </a:r>
            <a:endParaRPr dirty="0"/>
          </a:p>
        </p:txBody>
      </p:sp>
      <p:sp>
        <p:nvSpPr>
          <p:cNvPr id="62" name="Google Shape;62;p1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4536350" y="1927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Exon is present in biologically-relevant transcript</a:t>
            </a:r>
            <a:r>
              <a:rPr lang="en" sz="1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NM_001482.3</a:t>
            </a:r>
            <a:endParaRPr sz="12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621275"/>
            <a:ext cx="5868000" cy="2769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19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0945225" y="621275"/>
            <a:ext cx="1281000" cy="276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528999" y="1027726"/>
            <a:ext cx="5907325" cy="36187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function; Cys407 is a critical active site residue 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PMID: 9148748, 9218780, 9266688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); apply PVS1_Strong if Cys407 is missing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6201875" y="1497075"/>
            <a:ext cx="4234500" cy="4617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0945225" y="111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10945225" y="1542225"/>
            <a:ext cx="1281000" cy="3714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10945225" y="21304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10945225" y="26330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0662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9204825" y="25924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2926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25557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stCxn id="60" idx="3"/>
            <a:endCxn id="61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stCxn id="60" idx="3"/>
            <a:endCxn id="62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stCxn id="61" idx="3"/>
            <a:endCxn id="63" idx="1"/>
          </p:cNvCxnSpPr>
          <p:nvPr/>
        </p:nvCxnSpPr>
        <p:spPr>
          <a:xfrm rot="10800000" flipH="1">
            <a:off x="4038775" y="331225"/>
            <a:ext cx="497700" cy="23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stCxn id="61" idx="3"/>
            <a:endCxn id="64" idx="1"/>
          </p:cNvCxnSpPr>
          <p:nvPr/>
        </p:nvCxnSpPr>
        <p:spPr>
          <a:xfrm>
            <a:off x="4038775" y="569125"/>
            <a:ext cx="497400" cy="190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cxnSpLocks/>
            <a:stCxn id="62" idx="3"/>
            <a:endCxn id="67" idx="1"/>
          </p:cNvCxnSpPr>
          <p:nvPr/>
        </p:nvCxnSpPr>
        <p:spPr>
          <a:xfrm flipV="1">
            <a:off x="4038775" y="1208663"/>
            <a:ext cx="490224" cy="73551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17279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1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(exons 1, 5, 6, 8, if deleted, will maintain reading frame)</a:t>
            </a:r>
            <a:endParaRPr sz="1400" b="0" i="0" u="none" strike="noStrike" cap="none" dirty="0">
              <a:solidFill>
                <a:srgbClr val="FF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3203625"/>
            <a:ext cx="5878750" cy="40622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transcript; Exons 2, 3, 4, and 7, if deleted, are precited to result in frameshift and PTC, causing NMD.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4" y="3972414"/>
            <a:ext cx="5928549" cy="41931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function; Cys407, in the final exon, is a critical active site residue 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PMID: 9148748, 9218780, 9266688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); apply PVS1_Strong if missing</a:t>
            </a:r>
            <a:endParaRPr sz="1200" b="0" i="0" u="none" strike="noStrike" cap="none" dirty="0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3661075"/>
            <a:ext cx="5868000" cy="2769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180650" y="4499200"/>
            <a:ext cx="4234500" cy="4617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50687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507725" y="7752349"/>
            <a:ext cx="5943975" cy="55457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exons 5 and 6 include active site residues, Asp254 and His303, respectively (PMID: 9148748, 9218780, 9266688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0945225" y="3661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0945225" y="41148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0945225" y="4544350"/>
            <a:ext cx="1281000" cy="3714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0945225" y="51329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0945225" y="5635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9183600" y="55949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endParaRPr dirty="0"/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stCxn id="87" idx="3"/>
            <a:endCxn id="106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cxnSpLocks/>
            <a:stCxn id="88" idx="3"/>
            <a:endCxn id="90" idx="1"/>
          </p:cNvCxnSpPr>
          <p:nvPr/>
        </p:nvCxnSpPr>
        <p:spPr>
          <a:xfrm flipV="1">
            <a:off x="4038775" y="3406738"/>
            <a:ext cx="497575" cy="30321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3709950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cxnSpLocks/>
            <a:stCxn id="106" idx="3"/>
            <a:endCxn id="91" idx="1"/>
          </p:cNvCxnSpPr>
          <p:nvPr/>
        </p:nvCxnSpPr>
        <p:spPr>
          <a:xfrm flipV="1">
            <a:off x="4038825" y="4182070"/>
            <a:ext cx="468949" cy="9397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stCxn id="106" idx="3"/>
            <a:endCxn id="93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47301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52950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55581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3311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7597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cxnSpLocks/>
            <a:stCxn id="67" idx="3"/>
            <a:endCxn id="70" idx="1"/>
          </p:cNvCxnSpPr>
          <p:nvPr/>
        </p:nvCxnSpPr>
        <p:spPr>
          <a:xfrm>
            <a:off x="10436324" y="1208663"/>
            <a:ext cx="508901" cy="4248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17279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2926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28187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cxnSpLocks/>
            <a:stCxn id="90" idx="3"/>
            <a:endCxn id="98" idx="1"/>
          </p:cNvCxnSpPr>
          <p:nvPr/>
        </p:nvCxnSpPr>
        <p:spPr>
          <a:xfrm flipV="1">
            <a:off x="10415100" y="3370950"/>
            <a:ext cx="530125" cy="3578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3799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cxnSpLocks/>
            <a:stCxn id="91" idx="3"/>
            <a:endCxn id="100" idx="1"/>
          </p:cNvCxnSpPr>
          <p:nvPr/>
        </p:nvCxnSpPr>
        <p:spPr>
          <a:xfrm>
            <a:off x="10436323" y="4182070"/>
            <a:ext cx="508902" cy="7120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47300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52950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5821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cxnSpLocks/>
            <a:stCxn id="97" idx="3"/>
            <a:endCxn id="104" idx="1"/>
          </p:cNvCxnSpPr>
          <p:nvPr/>
        </p:nvCxnSpPr>
        <p:spPr>
          <a:xfrm flipV="1">
            <a:off x="10451700" y="7897550"/>
            <a:ext cx="493525" cy="13208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572975" y="85753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57476" y="9222382"/>
            <a:ext cx="5908274" cy="63734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function;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exons 5, 6, and 9 include active site residues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PMID: 9148748, 9218780, 9266688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4572900" y="8926950"/>
            <a:ext cx="5868000" cy="2769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6217275" y="9928700"/>
            <a:ext cx="4234500" cy="4617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4544400" y="11531751"/>
            <a:ext cx="5907300" cy="5351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exons 5, 6, and 9 include active site residues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PMID: 9148748, 9218780, 9266688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85753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10945225" y="8926950"/>
            <a:ext cx="1281000" cy="2769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10945225" y="9544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10945225" y="9973850"/>
            <a:ext cx="1281000" cy="3714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10945225" y="105624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10945225" y="110650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4533725" y="1209933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4533625" y="12466775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4533750" y="12866425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Initiation Codon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mitochondrial transit peptide.</a:t>
            </a:r>
            <a:endParaRPr lang="en-US" sz="1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cxnSpLocks/>
            <a:stCxn id="134" idx="3"/>
            <a:endCxn id="140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flipV="1">
            <a:off x="4028300" y="8713825"/>
            <a:ext cx="544675" cy="4256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 flipV="1">
            <a:off x="4028300" y="9065400"/>
            <a:ext cx="544600" cy="740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cxnSpLocks/>
            <a:stCxn id="168" idx="3"/>
            <a:endCxn id="136" idx="1"/>
          </p:cNvCxnSpPr>
          <p:nvPr/>
        </p:nvCxnSpPr>
        <p:spPr>
          <a:xfrm flipV="1">
            <a:off x="4007350" y="9541054"/>
            <a:ext cx="550126" cy="68237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cxnSpLocks/>
            <a:stCxn id="133" idx="3"/>
            <a:endCxn id="141" idx="1"/>
          </p:cNvCxnSpPr>
          <p:nvPr/>
        </p:nvCxnSpPr>
        <p:spPr>
          <a:xfrm>
            <a:off x="4028300" y="11305400"/>
            <a:ext cx="516100" cy="49393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01596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871382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90654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cxnSpLocks/>
            <a:stCxn id="136" idx="3"/>
            <a:endCxn id="144" idx="1"/>
          </p:cNvCxnSpPr>
          <p:nvPr/>
        </p:nvCxnSpPr>
        <p:spPr>
          <a:xfrm>
            <a:off x="10465750" y="9541054"/>
            <a:ext cx="479475" cy="14172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01595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cxnSpLocks/>
            <a:stCxn id="141" idx="3"/>
            <a:endCxn id="148" idx="1"/>
          </p:cNvCxnSpPr>
          <p:nvPr/>
        </p:nvCxnSpPr>
        <p:spPr>
          <a:xfrm flipV="1">
            <a:off x="10451700" y="11700700"/>
            <a:ext cx="493525" cy="9863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2825875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2238075"/>
            <a:ext cx="505325" cy="3671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flipV="1">
            <a:off x="4028300" y="12605225"/>
            <a:ext cx="505325" cy="1912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2796475"/>
            <a:ext cx="505450" cy="208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 flipV="1">
            <a:off x="10441025" y="12189663"/>
            <a:ext cx="504200" cy="481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 flipV="1">
            <a:off x="10440925" y="12557100"/>
            <a:ext cx="504300" cy="481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 flipV="1">
            <a:off x="10441050" y="12956750"/>
            <a:ext cx="504175" cy="481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049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9220225" y="110244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07245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09876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0724575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12507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66689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10945225" y="67331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10945225" y="72357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9183600" y="71951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68952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71583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68952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74214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cxnSpLocks/>
            <a:stCxn id="89" idx="3"/>
            <a:endCxn id="97" idx="1"/>
          </p:cNvCxnSpPr>
          <p:nvPr/>
        </p:nvCxnSpPr>
        <p:spPr>
          <a:xfrm>
            <a:off x="4028325" y="7069400"/>
            <a:ext cx="479400" cy="96023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flipV="1">
            <a:off x="4028300" y="12237788"/>
            <a:ext cx="505425" cy="2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859</Words>
  <Application>Microsoft Office PowerPoint</Application>
  <PresentationFormat>Custom</PresentationFormat>
  <Paragraphs>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Helvetica Neue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Goldstein, Jenny</dc:creator>
  <cp:lastModifiedBy>Goldstein, Jenny</cp:lastModifiedBy>
  <cp:revision>3</cp:revision>
  <dcterms:modified xsi:type="dcterms:W3CDTF">2024-09-11T19:25:34Z</dcterms:modified>
</cp:coreProperties>
</file>