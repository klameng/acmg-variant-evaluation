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1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velli Valeria" initials="NV" lastIdx="3" clrIdx="0">
    <p:extLst>
      <p:ext uri="{19B8F6BF-5375-455C-9EA6-DF929625EA0E}">
        <p15:presenceInfo xmlns:p15="http://schemas.microsoft.com/office/powerpoint/2012/main" userId="S-1-5-21-609852168-2872476571-740515490-1580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40"/>
    <p:restoredTop sz="93130"/>
  </p:normalViewPr>
  <p:slideViewPr>
    <p:cSldViewPr snapToGrid="0" snapToObjects="1">
      <p:cViewPr varScale="1">
        <p:scale>
          <a:sx n="105" d="100"/>
          <a:sy n="105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508CA-0AB0-4CB4-9D4B-B2E3874A9993}" type="datetimeFigureOut">
              <a:rPr lang="it-IT" smtClean="0"/>
              <a:t>31/05/24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A98E9-8B30-41EC-A04C-CE80B45AA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4181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5EEF-FF25-2247-B421-AE63AE67D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ED3D8F-6CA2-0D49-8AC7-4BA993CE9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8A80-FF00-4A41-97BC-BBB30678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36E98-EBC6-4D45-BCB2-4388499E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EAB8C-BD17-6C4E-8C4E-5B78CE0A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9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AF24-3B4A-A94C-8829-996ACD8C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F37BF-8DB1-3840-A37E-3243EBFDE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E6354-8160-484A-91F8-8DA32A07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2C162-A105-E647-A699-417D63A85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2331A-D36A-F24B-BAFD-A7F0C923F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99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DA27-660A-2447-BD1D-3F9667828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A0A42-AF40-B141-9457-25A7FD81C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EA82-3E69-A44B-BF94-F8D6718F5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0CE97-5E15-294B-9FAA-BFCACD9B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3B7BE-53D1-9649-9B79-5214372C1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9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E8B9-2599-6F45-B294-2F9C5C14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FC74-4D77-BB43-8ED5-588F964AC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7B333-EBA5-0146-8CC7-72770AF23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25506-81FC-A64B-A8EF-637625976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769C2-4D47-5546-876B-6CE0F72CA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2A93B-0E8C-FA4E-969F-2C9D6AB7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33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CD0D-CEC4-2149-A2DB-1C6390B6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B41BA-D84D-B94C-AA45-A06C16985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DD6BA-804B-8941-A5B1-620285044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DEF1D-276D-BC41-85FD-3863E598B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1C7C9-7108-B740-A79B-76A4108FD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F075DA-13CC-D54C-AAF1-61C8E9FC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5451CB-C76C-2A40-8765-688624A5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3965C-4481-9F45-A93A-8B802733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51C4-5442-6C4F-B167-D97E231F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CF253-E843-A142-B49B-F752B442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B47C4-9F7D-314F-96ED-2234721DB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51B7A-8BE1-B347-99B2-A88BE659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7B84E-31ED-5545-A8EA-042C216A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241E5-07EA-D64D-BB32-27E253B62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92C7A-01DC-3840-8C5E-0E14FFCD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91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AA1F-AAAB-C045-95C0-D12856D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334E0-71A9-5444-9237-22F5A25BB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31519-D4C0-724E-AE86-AEF22D7CC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A60D9-CD2E-2642-9160-D437BEB91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DFD95-F493-9145-A8E5-B5411A656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04C8F-F7CF-EA4F-A31D-DD5D1B773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0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0EB1F-C1A4-174D-84B9-CDE0856A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68557-56F5-354D-A008-0B503C2A0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ED1D6-A27A-E947-ABB9-7EB9FEDF3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EE700-9F7A-EB49-B76C-D6744EA2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33EA2-9404-C44A-9019-759B01AC2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E5C85-8CAF-1D41-B1EA-CF08B40B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4A60-80D0-E44E-91EB-E4EEB588B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E97EF5-AF78-FA40-A66F-9849CE78A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E7A14-CEFA-D94C-BF0D-8B80E8DFA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8CAAF-4DC1-D044-83FB-3009D89EA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1C46A-D56F-5C42-AC4D-EDA1F3A4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8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56290-BB3F-7541-813D-D19CC94C24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6525C-7561-2546-818F-E3B114628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431C-9FFC-E447-9D7B-F6715B47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9084D-F53E-974C-9DF5-00C8B072D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0156C-1849-0849-BD15-BA5B75183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0EA5C-D110-654D-AE2B-71D78667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26A2D-9254-9144-B51A-480CC0B2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31078-D6F9-7A4D-9371-E1FC67B099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8EC9F-5208-4B4B-8DD9-4D6FA96501F7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8877-67E0-C749-813B-806E4D3A6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9F63-C68B-CE47-938A-BD33AB03D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2576E-689A-4649-902E-3081B7EFA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63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5">
            <a:extLst>
              <a:ext uri="{FF2B5EF4-FFF2-40B4-BE49-F238E27FC236}">
                <a16:creationId xmlns:a16="http://schemas.microsoft.com/office/drawing/2014/main" id="{A9E42EBA-1C96-036B-7238-DFE96F22A16C}"/>
              </a:ext>
            </a:extLst>
          </p:cNvPr>
          <p:cNvSpPr/>
          <p:nvPr/>
        </p:nvSpPr>
        <p:spPr>
          <a:xfrm>
            <a:off x="6515517" y="38222"/>
            <a:ext cx="5441673" cy="52261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VCEP BS3 </a:t>
            </a:r>
            <a:r>
              <a:rPr lang="it-IT" sz="2800" b="1" dirty="0" err="1"/>
              <a:t>Recommendation</a:t>
            </a:r>
            <a:endParaRPr lang="it-IT" sz="28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3CF62D-2724-CCA3-DFFA-5C22EE414199}"/>
              </a:ext>
            </a:extLst>
          </p:cNvPr>
          <p:cNvSpPr/>
          <p:nvPr/>
        </p:nvSpPr>
        <p:spPr>
          <a:xfrm>
            <a:off x="6488419" y="3752485"/>
            <a:ext cx="5478203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Caveats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Conflicting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papers - 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points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RNA and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Protein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Metabolism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coming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 - </a:t>
            </a: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more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pieces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counted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</a:t>
            </a: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2 papers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group – </a:t>
            </a: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Electrophysiology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meet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BS3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co-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expressed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KCNE1 and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current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magnitude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within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range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defined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 the paper and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statistically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significantly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normal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control.</a:t>
            </a:r>
          </a:p>
          <a:p>
            <a:pPr marL="342900" marR="0" lvl="0" indent="-342900">
              <a:spcAft>
                <a:spcPts val="600"/>
              </a:spcAft>
              <a:buFont typeface="Symbol" pitchFamily="2" charset="2"/>
              <a:buChar char=""/>
            </a:pPr>
            <a:r>
              <a:rPr lang="en-US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Please count Experimental / Structural / Functional Simulation (PMID: 29021305) only when the results align with a electrophysiology experiment.</a:t>
            </a:r>
          </a:p>
        </p:txBody>
      </p:sp>
      <p:sp>
        <p:nvSpPr>
          <p:cNvPr id="25" name="Rettangolo 5">
            <a:extLst>
              <a:ext uri="{FF2B5EF4-FFF2-40B4-BE49-F238E27FC236}">
                <a16:creationId xmlns:a16="http://schemas.microsoft.com/office/drawing/2014/main" id="{7F577A5A-BBFD-9F63-909A-C6D4AC7B9F3D}"/>
              </a:ext>
            </a:extLst>
          </p:cNvPr>
          <p:cNvSpPr/>
          <p:nvPr/>
        </p:nvSpPr>
        <p:spPr>
          <a:xfrm>
            <a:off x="323484" y="28807"/>
            <a:ext cx="5609031" cy="5320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b="1" dirty="0"/>
              <a:t>VCEP PS3 </a:t>
            </a:r>
            <a:r>
              <a:rPr lang="it-IT" sz="2800" b="1" dirty="0" err="1"/>
              <a:t>Recommendation</a:t>
            </a:r>
            <a:endParaRPr lang="it-IT" sz="2800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6E8D15-7BE7-0201-F511-281BDBEED38C}"/>
              </a:ext>
            </a:extLst>
          </p:cNvPr>
          <p:cNvSpPr/>
          <p:nvPr/>
        </p:nvSpPr>
        <p:spPr>
          <a:xfrm>
            <a:off x="319267" y="3758913"/>
            <a:ext cx="5613248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600"/>
              </a:spcAft>
            </a:pP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Caveats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Conflicting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papers - 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points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e.g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RNA and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Protein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Metabolism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coming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 - </a:t>
            </a: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more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2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pieces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evidence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counted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paper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finding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2 papers from the </a:t>
            </a:r>
            <a:r>
              <a:rPr lang="it-IT" sz="13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same</a:t>
            </a:r>
            <a:r>
              <a:rPr lang="it-IT" sz="1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group – </a:t>
            </a:r>
            <a:r>
              <a:rPr lang="it-IT" sz="13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</a:t>
            </a:r>
            <a:r>
              <a:rPr lang="it-IT" sz="13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Electrophysiology result can only meet PS3 if the variant is co-expressed with KCNE1 and the current magnitude is outside the normal range defined by the paper and is statistically significantly different from the normal control.</a:t>
            </a:r>
          </a:p>
          <a:p>
            <a:pPr marL="342900" marR="0" lvl="0" indent="-342900">
              <a:spcBef>
                <a:spcPts val="0"/>
              </a:spcBef>
              <a:spcAft>
                <a:spcPts val="600"/>
              </a:spcAft>
              <a:buFont typeface="Symbol" pitchFamily="2" charset="2"/>
              <a:buChar char=""/>
            </a:pPr>
            <a:r>
              <a:rPr lang="en-US" sz="13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Please count Experimental / Structural / Functional Simulation (PMID: 29021305) only when the results align with a electrophysiology experiment.</a:t>
            </a:r>
          </a:p>
        </p:txBody>
      </p:sp>
      <p:pic>
        <p:nvPicPr>
          <p:cNvPr id="4" name="Picture 3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51A5B824-7E69-49BB-7BEF-C14EBE564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374" y="571577"/>
            <a:ext cx="5519039" cy="3029248"/>
          </a:xfrm>
          <a:prstGeom prst="rect">
            <a:avLst/>
          </a:prstGeom>
        </p:spPr>
      </p:pic>
      <p:pic>
        <p:nvPicPr>
          <p:cNvPr id="7" name="Picture 6" descr="A picture containing text, screenshot, number, font&#10;&#10;Description automatically generated">
            <a:extLst>
              <a:ext uri="{FF2B5EF4-FFF2-40B4-BE49-F238E27FC236}">
                <a16:creationId xmlns:a16="http://schemas.microsoft.com/office/drawing/2014/main" id="{99BE147F-6DA3-45F0-5E38-2B79EF70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67" y="566803"/>
            <a:ext cx="5666232" cy="318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241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Hankey, William Charles IV</dc:creator>
  <cp:lastModifiedBy>Hankey, William Charles IV</cp:lastModifiedBy>
  <cp:revision>173</cp:revision>
  <dcterms:created xsi:type="dcterms:W3CDTF">2022-01-31T01:08:59Z</dcterms:created>
  <dcterms:modified xsi:type="dcterms:W3CDTF">2024-05-31T14:15:57Z</dcterms:modified>
</cp:coreProperties>
</file>