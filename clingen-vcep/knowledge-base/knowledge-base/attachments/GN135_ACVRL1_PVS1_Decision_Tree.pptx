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2344400" cy="150876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72">
          <p15:clr>
            <a:srgbClr val="A4A3A4"/>
          </p15:clr>
        </p15:guide>
        <p15:guide id="2" pos="3888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Mille, Desiree" initials="DD" lastIdx="7" clrIdx="0">
    <p:extLst>
      <p:ext uri="{19B8F6BF-5375-455C-9EA6-DF929625EA0E}">
        <p15:presenceInfo xmlns:p15="http://schemas.microsoft.com/office/powerpoint/2012/main" userId="S::desiree.demille@aruplab.com::73dd2ecb-9ee4-44b3-ae85-7d44ba4806b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1716" y="60"/>
      </p:cViewPr>
      <p:guideLst>
        <p:guide orient="horz" pos="187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26544" y="685800"/>
            <a:ext cx="2805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27238" y="685800"/>
            <a:ext cx="28051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20806" y="2184087"/>
            <a:ext cx="11502900" cy="60210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20795" y="8313433"/>
            <a:ext cx="11502900" cy="2325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523740" y="3380593"/>
            <a:ext cx="5399700" cy="100215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420795" y="1629760"/>
            <a:ext cx="3790800" cy="22167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420795" y="4076160"/>
            <a:ext cx="3790800" cy="9326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661838" y="1320440"/>
            <a:ext cx="8596500" cy="11999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172200" y="-367"/>
            <a:ext cx="6172200" cy="150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358425" y="3617313"/>
            <a:ext cx="5460900" cy="43482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358425" y="8222353"/>
            <a:ext cx="5460900" cy="36231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668325" y="2123953"/>
            <a:ext cx="5180100" cy="108390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20795" y="12409687"/>
            <a:ext cx="8098500" cy="17751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420795" y="3244633"/>
            <a:ext cx="11502900" cy="5759400"/>
          </a:xfrm>
          <a:prstGeom prst="rect">
            <a:avLst/>
          </a:prstGeom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420795" y="9246527"/>
            <a:ext cx="11502900" cy="3815700"/>
          </a:xfrm>
          <a:prstGeom prst="rect">
            <a:avLst/>
          </a:prstGeom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20795" y="1305407"/>
            <a:ext cx="11502900" cy="1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None/>
              <a:defRPr sz="53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0795" y="3380593"/>
            <a:ext cx="11502900" cy="10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Char char="●"/>
              <a:defRPr sz="3400">
                <a:solidFill>
                  <a:schemeClr val="dk2"/>
                </a:solidFill>
              </a:defRPr>
            </a:lvl1pPr>
            <a:lvl2pPr marL="914400" lvl="1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2pPr>
            <a:lvl3pPr marL="1371600" lvl="2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3pPr>
            <a:lvl4pPr marL="1828800" lvl="3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4pPr>
            <a:lvl5pPr marL="2286000" lvl="4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5pPr>
            <a:lvl6pPr marL="2743200" lvl="5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6pPr>
            <a:lvl7pPr marL="3200400" lvl="6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  <a:defRPr sz="2600">
                <a:solidFill>
                  <a:schemeClr val="dk2"/>
                </a:solidFill>
              </a:defRPr>
            </a:lvl7pPr>
            <a:lvl8pPr marL="3657600" lvl="7" indent="-39370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Char char="○"/>
              <a:defRPr sz="2600">
                <a:solidFill>
                  <a:schemeClr val="dk2"/>
                </a:solidFill>
              </a:defRPr>
            </a:lvl8pPr>
            <a:lvl9pPr marL="4114800" lvl="8" indent="-39370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Char char="■"/>
              <a:defRPr sz="2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437818" y="13678769"/>
            <a:ext cx="740700" cy="11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r">
              <a:buNone/>
              <a:defRPr sz="1900">
                <a:solidFill>
                  <a:schemeClr val="dk2"/>
                </a:solidFill>
              </a:defRPr>
            </a:lvl1pPr>
            <a:lvl2pPr lvl="1" algn="r">
              <a:buNone/>
              <a:defRPr sz="1900">
                <a:solidFill>
                  <a:schemeClr val="dk2"/>
                </a:solidFill>
              </a:defRPr>
            </a:lvl2pPr>
            <a:lvl3pPr lvl="2" algn="r">
              <a:buNone/>
              <a:defRPr sz="1900">
                <a:solidFill>
                  <a:schemeClr val="dk2"/>
                </a:solidFill>
              </a:defRPr>
            </a:lvl3pPr>
            <a:lvl4pPr lvl="3" algn="r">
              <a:buNone/>
              <a:defRPr sz="1900">
                <a:solidFill>
                  <a:schemeClr val="dk2"/>
                </a:solidFill>
              </a:defRPr>
            </a:lvl4pPr>
            <a:lvl5pPr lvl="4" algn="r">
              <a:buNone/>
              <a:defRPr sz="1900">
                <a:solidFill>
                  <a:schemeClr val="dk2"/>
                </a:solidFill>
              </a:defRPr>
            </a:lvl5pPr>
            <a:lvl6pPr lvl="5" algn="r">
              <a:buNone/>
              <a:defRPr sz="1900">
                <a:solidFill>
                  <a:schemeClr val="dk2"/>
                </a:solidFill>
              </a:defRPr>
            </a:lvl6pPr>
            <a:lvl7pPr lvl="6" algn="r">
              <a:buNone/>
              <a:defRPr sz="1900">
                <a:solidFill>
                  <a:schemeClr val="dk2"/>
                </a:solidFill>
              </a:defRPr>
            </a:lvl7pPr>
            <a:lvl8pPr lvl="7" algn="r">
              <a:buNone/>
              <a:defRPr sz="1900">
                <a:solidFill>
                  <a:schemeClr val="dk2"/>
                </a:solidFill>
              </a:defRPr>
            </a:lvl8pPr>
            <a:lvl9pPr lvl="8" algn="r">
              <a:buNone/>
              <a:defRPr sz="19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MSIPCMContentMarking" descr="{&quot;HashCode&quot;:-378678958,&quot;Placement&quot;:&quot;Footer&quot;,&quot;Top&quot;:1167.343,&quot;Left&quot;:0.0,&quot;SlideWidth&quot;:972,&quot;SlideHeight&quot;:1188}">
            <a:extLst>
              <a:ext uri="{FF2B5EF4-FFF2-40B4-BE49-F238E27FC236}">
                <a16:creationId xmlns:a16="http://schemas.microsoft.com/office/drawing/2014/main" id="{09D5105F-60C7-4D17-96AD-2036D7B8D2AE}"/>
              </a:ext>
            </a:extLst>
          </p:cNvPr>
          <p:cNvSpPr txBox="1"/>
          <p:nvPr userDrawn="1"/>
        </p:nvSpPr>
        <p:spPr>
          <a:xfrm>
            <a:off x="0" y="14825256"/>
            <a:ext cx="129897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Private Information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80325" y="225673"/>
            <a:ext cx="1105800" cy="2819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55" name="Google Shape;55;p13"/>
          <p:cNvSpPr/>
          <p:nvPr/>
        </p:nvSpPr>
        <p:spPr>
          <a:xfrm>
            <a:off x="1664575" y="35674"/>
            <a:ext cx="2374200" cy="890723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ACVRL1 ≤ codon 442</a:t>
            </a:r>
          </a:p>
        </p:txBody>
      </p:sp>
      <p:sp>
        <p:nvSpPr>
          <p:cNvPr id="56" name="Google Shape;56;p13"/>
          <p:cNvSpPr/>
          <p:nvPr/>
        </p:nvSpPr>
        <p:spPr>
          <a:xfrm>
            <a:off x="1664575" y="117902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ACVRL1 &gt; codon 442</a:t>
            </a:r>
          </a:p>
        </p:txBody>
      </p:sp>
      <p:sp>
        <p:nvSpPr>
          <p:cNvPr id="59" name="Google Shape;59;p13"/>
          <p:cNvSpPr/>
          <p:nvPr/>
        </p:nvSpPr>
        <p:spPr>
          <a:xfrm>
            <a:off x="10945225" y="2689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1" name="Google Shape;61;p13"/>
          <p:cNvSpPr/>
          <p:nvPr/>
        </p:nvSpPr>
        <p:spPr>
          <a:xfrm>
            <a:off x="4529000" y="720092"/>
            <a:ext cx="5896500" cy="76622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ACVRL1 ≤ codon 490</a:t>
            </a:r>
            <a:endParaRPr lang="en-US" sz="1200" dirty="0">
              <a:solidFill>
                <a:srgbClr val="FF0000"/>
              </a:solidFill>
              <a:highlight>
                <a:srgbClr val="00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4557574" y="1744325"/>
            <a:ext cx="1432949" cy="923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dirty="0"/>
          </a:p>
        </p:txBody>
      </p:sp>
      <p:sp>
        <p:nvSpPr>
          <p:cNvPr id="64" name="Google Shape;64;p13"/>
          <p:cNvSpPr/>
          <p:nvPr/>
        </p:nvSpPr>
        <p:spPr>
          <a:xfrm>
            <a:off x="10945225" y="9698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dirty="0"/>
          </a:p>
        </p:txBody>
      </p:sp>
      <p:sp>
        <p:nvSpPr>
          <p:cNvPr id="67" name="Google Shape;67;p13"/>
          <p:cNvSpPr/>
          <p:nvPr/>
        </p:nvSpPr>
        <p:spPr>
          <a:xfrm>
            <a:off x="11002405" y="2004916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70" name="Google Shape;70;p13"/>
          <p:cNvSpPr/>
          <p:nvPr/>
        </p:nvSpPr>
        <p:spPr>
          <a:xfrm>
            <a:off x="6537854" y="1792726"/>
            <a:ext cx="2881223" cy="834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</p:txBody>
      </p:sp>
      <p:cxnSp>
        <p:nvCxnSpPr>
          <p:cNvPr id="72" name="Google Shape;72;p13"/>
          <p:cNvCxnSpPr>
            <a:cxnSpLocks/>
            <a:stCxn id="62" idx="3"/>
            <a:endCxn id="70" idx="1"/>
          </p:cNvCxnSpPr>
          <p:nvPr/>
        </p:nvCxnSpPr>
        <p:spPr>
          <a:xfrm>
            <a:off x="5990523" y="2206225"/>
            <a:ext cx="547331" cy="357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73;p13"/>
          <p:cNvCxnSpPr>
            <a:cxnSpLocks/>
            <a:stCxn id="54" idx="3"/>
            <a:endCxn id="55" idx="1"/>
          </p:cNvCxnSpPr>
          <p:nvPr/>
        </p:nvCxnSpPr>
        <p:spPr>
          <a:xfrm flipV="1">
            <a:off x="1186125" y="481036"/>
            <a:ext cx="478450" cy="115448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74;p13"/>
          <p:cNvCxnSpPr>
            <a:stCxn id="54" idx="3"/>
            <a:endCxn id="56" idx="1"/>
          </p:cNvCxnSpPr>
          <p:nvPr/>
        </p:nvCxnSpPr>
        <p:spPr>
          <a:xfrm>
            <a:off x="1186125" y="1635523"/>
            <a:ext cx="478450" cy="2290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77;p13"/>
          <p:cNvCxnSpPr>
            <a:cxnSpLocks/>
            <a:stCxn id="56" idx="3"/>
            <a:endCxn id="61" idx="1"/>
          </p:cNvCxnSpPr>
          <p:nvPr/>
        </p:nvCxnSpPr>
        <p:spPr>
          <a:xfrm flipV="1">
            <a:off x="4038775" y="1103206"/>
            <a:ext cx="490225" cy="55521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8" name="Google Shape;78;p13"/>
          <p:cNvCxnSpPr>
            <a:cxnSpLocks/>
            <a:stCxn id="56" idx="3"/>
            <a:endCxn id="62" idx="1"/>
          </p:cNvCxnSpPr>
          <p:nvPr/>
        </p:nvCxnSpPr>
        <p:spPr>
          <a:xfrm>
            <a:off x="4038775" y="1658425"/>
            <a:ext cx="518799" cy="547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" name="Google Shape;81;p13"/>
          <p:cNvSpPr txBox="1"/>
          <p:nvPr/>
        </p:nvSpPr>
        <p:spPr>
          <a:xfrm>
            <a:off x="80325" y="3209450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endParaRPr b="1" baseline="30000" dirty="0"/>
          </a:p>
        </p:txBody>
      </p:sp>
      <p:sp>
        <p:nvSpPr>
          <p:cNvPr id="82" name="Google Shape;82;p13"/>
          <p:cNvSpPr/>
          <p:nvPr/>
        </p:nvSpPr>
        <p:spPr>
          <a:xfrm>
            <a:off x="1664575" y="2880693"/>
            <a:ext cx="2374200" cy="1205532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 and is predicted to undergo NMD: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ACVRL1 ≤ codon 442</a:t>
            </a:r>
          </a:p>
        </p:txBody>
      </p:sp>
      <p:sp>
        <p:nvSpPr>
          <p:cNvPr id="83" name="Google Shape;83;p13"/>
          <p:cNvSpPr/>
          <p:nvPr/>
        </p:nvSpPr>
        <p:spPr>
          <a:xfrm>
            <a:off x="1654125" y="5853568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reserves reading frame</a:t>
            </a:r>
            <a:endParaRPr/>
          </a:p>
        </p:txBody>
      </p:sp>
      <p:sp>
        <p:nvSpPr>
          <p:cNvPr id="85" name="Google Shape;85;p13"/>
          <p:cNvSpPr/>
          <p:nvPr/>
        </p:nvSpPr>
        <p:spPr>
          <a:xfrm>
            <a:off x="4507775" y="3845861"/>
            <a:ext cx="5896500" cy="54586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ACVRL1 ≤ codon 490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See also regions defined for PM1</a:t>
            </a:r>
          </a:p>
        </p:txBody>
      </p:sp>
      <p:sp>
        <p:nvSpPr>
          <p:cNvPr id="87" name="Google Shape;87;p13"/>
          <p:cNvSpPr/>
          <p:nvPr/>
        </p:nvSpPr>
        <p:spPr>
          <a:xfrm>
            <a:off x="4536350" y="4489275"/>
            <a:ext cx="1538174" cy="10775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533750" y="7479390"/>
            <a:ext cx="5907300" cy="4957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ACVRL1 ≤ codon 490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10945225" y="3356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4" name="Google Shape;94;p13"/>
          <p:cNvSpPr/>
          <p:nvPr/>
        </p:nvSpPr>
        <p:spPr>
          <a:xfrm>
            <a:off x="10964025" y="3979246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98" name="Google Shape;98;p13"/>
          <p:cNvSpPr/>
          <p:nvPr/>
        </p:nvSpPr>
        <p:spPr>
          <a:xfrm>
            <a:off x="10945225" y="759532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00" name="Google Shape;100;p13"/>
          <p:cNvSpPr/>
          <p:nvPr/>
        </p:nvSpPr>
        <p:spPr>
          <a:xfrm>
            <a:off x="1643625" y="4315725"/>
            <a:ext cx="2395200" cy="13802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isrupts reading frame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NMD: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ACVRL1 &gt; codon 442</a:t>
            </a:r>
          </a:p>
        </p:txBody>
      </p:sp>
      <p:cxnSp>
        <p:nvCxnSpPr>
          <p:cNvPr id="101" name="Google Shape;101;p13"/>
          <p:cNvCxnSpPr>
            <a:cxnSpLocks/>
            <a:stCxn id="81" idx="3"/>
            <a:endCxn id="82" idx="1"/>
          </p:cNvCxnSpPr>
          <p:nvPr/>
        </p:nvCxnSpPr>
        <p:spPr>
          <a:xfrm flipV="1">
            <a:off x="1186125" y="3483459"/>
            <a:ext cx="478450" cy="212614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02;p13"/>
          <p:cNvCxnSpPr>
            <a:cxnSpLocks/>
            <a:stCxn id="81" idx="3"/>
            <a:endCxn id="100" idx="1"/>
          </p:cNvCxnSpPr>
          <p:nvPr/>
        </p:nvCxnSpPr>
        <p:spPr>
          <a:xfrm flipV="1">
            <a:off x="1186125" y="5005838"/>
            <a:ext cx="457500" cy="603762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03;p13"/>
          <p:cNvCxnSpPr>
            <a:stCxn id="81" idx="3"/>
            <a:endCxn id="83" idx="1"/>
          </p:cNvCxnSpPr>
          <p:nvPr/>
        </p:nvCxnSpPr>
        <p:spPr>
          <a:xfrm>
            <a:off x="1186125" y="5609600"/>
            <a:ext cx="468000" cy="102306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06;p13"/>
          <p:cNvCxnSpPr>
            <a:cxnSpLocks/>
            <a:stCxn id="100" idx="3"/>
            <a:endCxn id="85" idx="1"/>
          </p:cNvCxnSpPr>
          <p:nvPr/>
        </p:nvCxnSpPr>
        <p:spPr>
          <a:xfrm flipV="1">
            <a:off x="4038825" y="4118793"/>
            <a:ext cx="468950" cy="88704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07;p13"/>
          <p:cNvCxnSpPr>
            <a:cxnSpLocks/>
            <a:stCxn id="100" idx="3"/>
            <a:endCxn id="87" idx="1"/>
          </p:cNvCxnSpPr>
          <p:nvPr/>
        </p:nvCxnSpPr>
        <p:spPr>
          <a:xfrm>
            <a:off x="4038825" y="5005838"/>
            <a:ext cx="497525" cy="222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2" name="Google Shape;112;p13"/>
          <p:cNvCxnSpPr>
            <a:cxnSpLocks/>
          </p:cNvCxnSpPr>
          <p:nvPr/>
        </p:nvCxnSpPr>
        <p:spPr>
          <a:xfrm>
            <a:off x="4038775" y="416875"/>
            <a:ext cx="690645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3"/>
          <p:cNvCxnSpPr>
            <a:cxnSpLocks/>
            <a:stCxn id="61" idx="3"/>
            <a:endCxn id="64" idx="1"/>
          </p:cNvCxnSpPr>
          <p:nvPr/>
        </p:nvCxnSpPr>
        <p:spPr>
          <a:xfrm>
            <a:off x="10425500" y="1103206"/>
            <a:ext cx="519725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7" name="Google Shape;117;p13"/>
          <p:cNvCxnSpPr>
            <a:cxnSpLocks/>
          </p:cNvCxnSpPr>
          <p:nvPr/>
        </p:nvCxnSpPr>
        <p:spPr>
          <a:xfrm flipV="1">
            <a:off x="9419077" y="2206225"/>
            <a:ext cx="1583328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0" name="Google Shape;120;p13"/>
          <p:cNvCxnSpPr>
            <a:cxnSpLocks/>
            <a:stCxn id="85" idx="3"/>
            <a:endCxn id="94" idx="1"/>
          </p:cNvCxnSpPr>
          <p:nvPr/>
        </p:nvCxnSpPr>
        <p:spPr>
          <a:xfrm flipV="1">
            <a:off x="10404275" y="4117696"/>
            <a:ext cx="559750" cy="1097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24" name="Google Shape;124;p13"/>
          <p:cNvCxnSpPr>
            <a:cxnSpLocks/>
            <a:stCxn id="91" idx="3"/>
            <a:endCxn id="98" idx="1"/>
          </p:cNvCxnSpPr>
          <p:nvPr/>
        </p:nvCxnSpPr>
        <p:spPr>
          <a:xfrm>
            <a:off x="10441050" y="7727284"/>
            <a:ext cx="504175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5" name="Google Shape;125;p13"/>
          <p:cNvSpPr txBox="1"/>
          <p:nvPr/>
        </p:nvSpPr>
        <p:spPr>
          <a:xfrm>
            <a:off x="80325" y="8238775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3"/>
          <p:cNvSpPr/>
          <p:nvPr/>
        </p:nvSpPr>
        <p:spPr>
          <a:xfrm>
            <a:off x="1701200" y="873820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</a:t>
            </a:r>
            <a:r>
              <a:rPr lang="en" sz="1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–</a:t>
            </a:r>
            <a:r>
              <a:rPr lang="en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000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endParaRPr lang="en" sz="1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1701200" y="10904150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exon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28" name="Google Shape;128;p13"/>
          <p:cNvSpPr/>
          <p:nvPr/>
        </p:nvSpPr>
        <p:spPr>
          <a:xfrm>
            <a:off x="1701200" y="8253750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29" name="Google Shape;129;p13"/>
          <p:cNvSpPr/>
          <p:nvPr/>
        </p:nvSpPr>
        <p:spPr>
          <a:xfrm>
            <a:off x="4572975" y="9003199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</a:t>
            </a: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biologically-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relevant transcript(s)</a:t>
            </a:r>
            <a:endParaRPr/>
          </a:p>
        </p:txBody>
      </p:sp>
      <p:sp>
        <p:nvSpPr>
          <p:cNvPr id="130" name="Google Shape;130;p13"/>
          <p:cNvSpPr/>
          <p:nvPr/>
        </p:nvSpPr>
        <p:spPr>
          <a:xfrm>
            <a:off x="4544400" y="9544324"/>
            <a:ext cx="5896500" cy="447351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function:</a:t>
            </a:r>
            <a:r>
              <a:rPr lang="en-US" sz="1800" baseline="30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/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ACVRL1 ≤ codon 490</a:t>
            </a:r>
            <a:r>
              <a:rPr lang="en-US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lang="en-US" sz="12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4572974" y="10277725"/>
            <a:ext cx="1549249" cy="9846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dirty="0"/>
          </a:p>
        </p:txBody>
      </p:sp>
      <p:sp>
        <p:nvSpPr>
          <p:cNvPr id="134" name="Google Shape;134;p13"/>
          <p:cNvSpPr/>
          <p:nvPr/>
        </p:nvSpPr>
        <p:spPr>
          <a:xfrm>
            <a:off x="10945225" y="8253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endParaRPr baseline="30000" dirty="0"/>
          </a:p>
        </p:txBody>
      </p:sp>
      <p:sp>
        <p:nvSpPr>
          <p:cNvPr id="135" name="Google Shape;135;p13"/>
          <p:cNvSpPr/>
          <p:nvPr/>
        </p:nvSpPr>
        <p:spPr>
          <a:xfrm>
            <a:off x="4544400" y="11371925"/>
            <a:ext cx="5907300" cy="46722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 </a:t>
            </a:r>
            <a:endParaRPr lang="en" sz="1200" baseline="300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ACVRL1 ≤ codon 490 </a:t>
            </a:r>
          </a:p>
        </p:txBody>
      </p:sp>
      <p:sp>
        <p:nvSpPr>
          <p:cNvPr id="136" name="Google Shape;136;p13"/>
          <p:cNvSpPr/>
          <p:nvPr/>
        </p:nvSpPr>
        <p:spPr>
          <a:xfrm>
            <a:off x="10945225" y="9003194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38" name="Google Shape;138;p13"/>
          <p:cNvSpPr/>
          <p:nvPr/>
        </p:nvSpPr>
        <p:spPr>
          <a:xfrm>
            <a:off x="10945225" y="965065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2" name="Google Shape;142;p13"/>
          <p:cNvSpPr/>
          <p:nvPr/>
        </p:nvSpPr>
        <p:spPr>
          <a:xfrm>
            <a:off x="10966491" y="11498452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80325" y="12085325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" name="Google Shape;144;p13"/>
          <p:cNvSpPr/>
          <p:nvPr/>
        </p:nvSpPr>
        <p:spPr>
          <a:xfrm>
            <a:off x="1701200" y="12052375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45" name="Google Shape;145;p13"/>
          <p:cNvSpPr/>
          <p:nvPr/>
        </p:nvSpPr>
        <p:spPr>
          <a:xfrm>
            <a:off x="1701200" y="12571475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46" name="Google Shape;146;p13"/>
          <p:cNvSpPr/>
          <p:nvPr/>
        </p:nvSpPr>
        <p:spPr>
          <a:xfrm>
            <a:off x="1701200" y="13068275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47" name="Google Shape;147;p13"/>
          <p:cNvSpPr/>
          <p:nvPr/>
        </p:nvSpPr>
        <p:spPr>
          <a:xfrm>
            <a:off x="4533725" y="12051213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 dirty="0"/>
          </a:p>
        </p:txBody>
      </p:sp>
      <p:sp>
        <p:nvSpPr>
          <p:cNvPr id="148" name="Google Shape;148;p13"/>
          <p:cNvSpPr/>
          <p:nvPr/>
        </p:nvSpPr>
        <p:spPr>
          <a:xfrm>
            <a:off x="4533625" y="1241865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or unknown i</a:t>
            </a: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mpact on reading frame and NMD</a:t>
            </a:r>
            <a:endParaRPr/>
          </a:p>
        </p:txBody>
      </p:sp>
      <p:sp>
        <p:nvSpPr>
          <p:cNvPr id="149" name="Google Shape;149;p13"/>
          <p:cNvSpPr/>
          <p:nvPr/>
        </p:nvSpPr>
        <p:spPr>
          <a:xfrm>
            <a:off x="4533750" y="12818300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0" name="Google Shape;150;p13"/>
          <p:cNvSpPr/>
          <p:nvPr/>
        </p:nvSpPr>
        <p:spPr>
          <a:xfrm>
            <a:off x="10945225" y="120512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1" name="Google Shape;151;p13"/>
          <p:cNvSpPr/>
          <p:nvPr/>
        </p:nvSpPr>
        <p:spPr>
          <a:xfrm>
            <a:off x="10945225" y="124186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2" name="Google Shape;152;p13"/>
          <p:cNvSpPr/>
          <p:nvPr/>
        </p:nvSpPr>
        <p:spPr>
          <a:xfrm>
            <a:off x="10945225" y="128183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3" name="Google Shape;153;p13"/>
          <p:cNvSpPr/>
          <p:nvPr/>
        </p:nvSpPr>
        <p:spPr>
          <a:xfrm>
            <a:off x="10945225" y="131606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4" name="Google Shape;154;p13"/>
          <p:cNvSpPr txBox="1"/>
          <p:nvPr/>
        </p:nvSpPr>
        <p:spPr>
          <a:xfrm>
            <a:off x="80325" y="13755673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Initiation Codon</a:t>
            </a:r>
            <a:endParaRPr b="1"/>
          </a:p>
        </p:txBody>
      </p:sp>
      <p:sp>
        <p:nvSpPr>
          <p:cNvPr id="156" name="Google Shape;156;p13"/>
          <p:cNvSpPr/>
          <p:nvPr/>
        </p:nvSpPr>
        <p:spPr>
          <a:xfrm>
            <a:off x="1659400" y="13998600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62" name="Google Shape;162;p13"/>
          <p:cNvSpPr/>
          <p:nvPr/>
        </p:nvSpPr>
        <p:spPr>
          <a:xfrm>
            <a:off x="1680250" y="9768325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Single to 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 e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xon d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eletion – 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</p:txBody>
      </p:sp>
      <p:cxnSp>
        <p:nvCxnSpPr>
          <p:cNvPr id="163" name="Google Shape;163;p13"/>
          <p:cNvCxnSpPr>
            <a:stCxn id="125" idx="3"/>
            <a:endCxn id="128" idx="1"/>
          </p:cNvCxnSpPr>
          <p:nvPr/>
        </p:nvCxnSpPr>
        <p:spPr>
          <a:xfrm rot="10800000" flipH="1">
            <a:off x="1186125" y="8392225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4" name="Google Shape;164;p13"/>
          <p:cNvCxnSpPr>
            <a:stCxn id="125" idx="3"/>
            <a:endCxn id="126" idx="1"/>
          </p:cNvCxnSpPr>
          <p:nvPr/>
        </p:nvCxnSpPr>
        <p:spPr>
          <a:xfrm rot="10800000" flipH="1">
            <a:off x="1186125" y="9139525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5" name="Google Shape;165;p13"/>
          <p:cNvCxnSpPr>
            <a:stCxn id="125" idx="3"/>
            <a:endCxn id="162" idx="1"/>
          </p:cNvCxnSpPr>
          <p:nvPr/>
        </p:nvCxnSpPr>
        <p:spPr>
          <a:xfrm>
            <a:off x="1186125" y="10067425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6" name="Google Shape;166;p13"/>
          <p:cNvCxnSpPr>
            <a:stCxn id="125" idx="3"/>
            <a:endCxn id="127" idx="1"/>
          </p:cNvCxnSpPr>
          <p:nvPr/>
        </p:nvCxnSpPr>
        <p:spPr>
          <a:xfrm>
            <a:off x="1186125" y="10067425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7" name="Google Shape;167;p13"/>
          <p:cNvCxnSpPr>
            <a:stCxn id="128" idx="3"/>
            <a:endCxn id="134" idx="1"/>
          </p:cNvCxnSpPr>
          <p:nvPr/>
        </p:nvCxnSpPr>
        <p:spPr>
          <a:xfrm>
            <a:off x="4028300" y="8392200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8" name="Google Shape;168;p13"/>
          <p:cNvCxnSpPr>
            <a:stCxn id="126" idx="3"/>
            <a:endCxn id="129" idx="1"/>
          </p:cNvCxnSpPr>
          <p:nvPr/>
        </p:nvCxnSpPr>
        <p:spPr>
          <a:xfrm>
            <a:off x="4028300" y="9139450"/>
            <a:ext cx="544675" cy="219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0" name="Google Shape;170;p13"/>
          <p:cNvCxnSpPr>
            <a:cxnSpLocks/>
            <a:stCxn id="162" idx="3"/>
            <a:endCxn id="130" idx="1"/>
          </p:cNvCxnSpPr>
          <p:nvPr/>
        </p:nvCxnSpPr>
        <p:spPr>
          <a:xfrm flipV="1">
            <a:off x="4007350" y="9768000"/>
            <a:ext cx="537050" cy="45542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1" name="Google Shape;171;p13"/>
          <p:cNvCxnSpPr>
            <a:cxnSpLocks/>
            <a:stCxn id="162" idx="3"/>
            <a:endCxn id="132" idx="1"/>
          </p:cNvCxnSpPr>
          <p:nvPr/>
        </p:nvCxnSpPr>
        <p:spPr>
          <a:xfrm>
            <a:off x="4007350" y="10223425"/>
            <a:ext cx="565624" cy="54663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2" name="Google Shape;172;p13"/>
          <p:cNvCxnSpPr>
            <a:cxnSpLocks/>
            <a:stCxn id="127" idx="3"/>
            <a:endCxn id="132" idx="1"/>
          </p:cNvCxnSpPr>
          <p:nvPr/>
        </p:nvCxnSpPr>
        <p:spPr>
          <a:xfrm flipV="1">
            <a:off x="4028300" y="10770063"/>
            <a:ext cx="544674" cy="53533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3" name="Google Shape;173;p13"/>
          <p:cNvCxnSpPr>
            <a:cxnSpLocks/>
            <a:stCxn id="127" idx="3"/>
            <a:endCxn id="135" idx="1"/>
          </p:cNvCxnSpPr>
          <p:nvPr/>
        </p:nvCxnSpPr>
        <p:spPr>
          <a:xfrm>
            <a:off x="4028300" y="11305400"/>
            <a:ext cx="516100" cy="30013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76" name="Google Shape;176;p13"/>
          <p:cNvCxnSpPr>
            <a:stCxn id="129" idx="3"/>
            <a:endCxn id="136" idx="1"/>
          </p:cNvCxnSpPr>
          <p:nvPr/>
        </p:nvCxnSpPr>
        <p:spPr>
          <a:xfrm flipV="1">
            <a:off x="10440975" y="9141644"/>
            <a:ext cx="504250" cy="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1" name="Google Shape;181;p13"/>
          <p:cNvCxnSpPr>
            <a:stCxn id="143" idx="3"/>
            <a:endCxn id="144" idx="1"/>
          </p:cNvCxnSpPr>
          <p:nvPr/>
        </p:nvCxnSpPr>
        <p:spPr>
          <a:xfrm rot="10800000" flipH="1">
            <a:off x="1186125" y="12238175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2" name="Google Shape;182;p13"/>
          <p:cNvCxnSpPr>
            <a:stCxn id="143" idx="3"/>
            <a:endCxn id="145" idx="1"/>
          </p:cNvCxnSpPr>
          <p:nvPr/>
        </p:nvCxnSpPr>
        <p:spPr>
          <a:xfrm rot="10800000" flipH="1">
            <a:off x="1186125" y="12796475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3" name="Google Shape;183;p13"/>
          <p:cNvCxnSpPr>
            <a:stCxn id="143" idx="3"/>
            <a:endCxn id="146" idx="1"/>
          </p:cNvCxnSpPr>
          <p:nvPr/>
        </p:nvCxnSpPr>
        <p:spPr>
          <a:xfrm>
            <a:off x="1186125" y="12825875"/>
            <a:ext cx="515100" cy="47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4" name="Google Shape;184;p13"/>
          <p:cNvCxnSpPr>
            <a:stCxn id="144" idx="3"/>
            <a:endCxn id="148" idx="1"/>
          </p:cNvCxnSpPr>
          <p:nvPr/>
        </p:nvCxnSpPr>
        <p:spPr>
          <a:xfrm>
            <a:off x="4028300" y="12238075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5" name="Google Shape;185;p13"/>
          <p:cNvCxnSpPr>
            <a:stCxn id="145" idx="3"/>
            <a:endCxn id="148" idx="1"/>
          </p:cNvCxnSpPr>
          <p:nvPr/>
        </p:nvCxnSpPr>
        <p:spPr>
          <a:xfrm rot="10800000" flipH="1">
            <a:off x="4028300" y="12557075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6" name="Google Shape;186;p13"/>
          <p:cNvCxnSpPr>
            <a:stCxn id="145" idx="3"/>
            <a:endCxn id="149" idx="1"/>
          </p:cNvCxnSpPr>
          <p:nvPr/>
        </p:nvCxnSpPr>
        <p:spPr>
          <a:xfrm>
            <a:off x="4028300" y="12796475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7" name="Google Shape;187;p13"/>
          <p:cNvCxnSpPr>
            <a:stCxn id="147" idx="3"/>
            <a:endCxn id="150" idx="1"/>
          </p:cNvCxnSpPr>
          <p:nvPr/>
        </p:nvCxnSpPr>
        <p:spPr>
          <a:xfrm>
            <a:off x="10441025" y="121896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8" name="Google Shape;188;p13"/>
          <p:cNvCxnSpPr>
            <a:stCxn id="148" idx="3"/>
            <a:endCxn id="151" idx="1"/>
          </p:cNvCxnSpPr>
          <p:nvPr/>
        </p:nvCxnSpPr>
        <p:spPr>
          <a:xfrm>
            <a:off x="10440925" y="1255710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89" name="Google Shape;189;p13"/>
          <p:cNvCxnSpPr>
            <a:stCxn id="149" idx="3"/>
            <a:endCxn id="152" idx="1"/>
          </p:cNvCxnSpPr>
          <p:nvPr/>
        </p:nvCxnSpPr>
        <p:spPr>
          <a:xfrm>
            <a:off x="10441050" y="12956750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13"/>
          <p:cNvCxnSpPr>
            <a:cxnSpLocks/>
          </p:cNvCxnSpPr>
          <p:nvPr/>
        </p:nvCxnSpPr>
        <p:spPr>
          <a:xfrm>
            <a:off x="1186125" y="14307928"/>
            <a:ext cx="4941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04" name="Google Shape;204;p13"/>
          <p:cNvSpPr/>
          <p:nvPr/>
        </p:nvSpPr>
        <p:spPr>
          <a:xfrm>
            <a:off x="4536349" y="5769913"/>
            <a:ext cx="1538173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cxnSp>
        <p:nvCxnSpPr>
          <p:cNvPr id="219" name="Google Shape;219;p13"/>
          <p:cNvCxnSpPr>
            <a:cxnSpLocks/>
            <a:stCxn id="83" idx="3"/>
            <a:endCxn id="204" idx="1"/>
          </p:cNvCxnSpPr>
          <p:nvPr/>
        </p:nvCxnSpPr>
        <p:spPr>
          <a:xfrm flipV="1">
            <a:off x="4028325" y="6549013"/>
            <a:ext cx="508024" cy="8365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0" name="Google Shape;220;p13"/>
          <p:cNvCxnSpPr>
            <a:cxnSpLocks/>
            <a:stCxn id="83" idx="3"/>
            <a:endCxn id="91" idx="1"/>
          </p:cNvCxnSpPr>
          <p:nvPr/>
        </p:nvCxnSpPr>
        <p:spPr>
          <a:xfrm>
            <a:off x="4028325" y="6632668"/>
            <a:ext cx="505425" cy="1094616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1" name="Google Shape;221;p13"/>
          <p:cNvCxnSpPr>
            <a:stCxn id="146" idx="3"/>
            <a:endCxn id="153" idx="1"/>
          </p:cNvCxnSpPr>
          <p:nvPr/>
        </p:nvCxnSpPr>
        <p:spPr>
          <a:xfrm>
            <a:off x="4028300" y="13299125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2" name="Google Shape;222;p13"/>
          <p:cNvCxnSpPr>
            <a:stCxn id="144" idx="3"/>
            <a:endCxn id="147" idx="1"/>
          </p:cNvCxnSpPr>
          <p:nvPr/>
        </p:nvCxnSpPr>
        <p:spPr>
          <a:xfrm rot="10800000" flipH="1">
            <a:off x="4028300" y="12189775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3" name="Google Shape;112;p13">
            <a:extLst>
              <a:ext uri="{FF2B5EF4-FFF2-40B4-BE49-F238E27FC236}">
                <a16:creationId xmlns:a16="http://schemas.microsoft.com/office/drawing/2014/main" id="{DA57B5D4-8D9B-44F1-8716-C439797FC28D}"/>
              </a:ext>
            </a:extLst>
          </p:cNvPr>
          <p:cNvCxnSpPr>
            <a:cxnSpLocks/>
          </p:cNvCxnSpPr>
          <p:nvPr/>
        </p:nvCxnSpPr>
        <p:spPr>
          <a:xfrm>
            <a:off x="4038775" y="3490350"/>
            <a:ext cx="690645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31" name="Google Shape;186;p13">
            <a:extLst>
              <a:ext uri="{FF2B5EF4-FFF2-40B4-BE49-F238E27FC236}">
                <a16:creationId xmlns:a16="http://schemas.microsoft.com/office/drawing/2014/main" id="{821E636F-68B5-43AC-B826-03509B4AFB12}"/>
              </a:ext>
            </a:extLst>
          </p:cNvPr>
          <p:cNvCxnSpPr>
            <a:cxnSpLocks/>
            <a:endCxn id="137" idx="1"/>
          </p:cNvCxnSpPr>
          <p:nvPr/>
        </p:nvCxnSpPr>
        <p:spPr>
          <a:xfrm>
            <a:off x="3980349" y="14293573"/>
            <a:ext cx="516626" cy="758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37" name="Google Shape;149;p13">
            <a:extLst>
              <a:ext uri="{FF2B5EF4-FFF2-40B4-BE49-F238E27FC236}">
                <a16:creationId xmlns:a16="http://schemas.microsoft.com/office/drawing/2014/main" id="{555B4DB4-D140-4AF9-93EE-DEA5A23C892B}"/>
              </a:ext>
            </a:extLst>
          </p:cNvPr>
          <p:cNvSpPr/>
          <p:nvPr/>
        </p:nvSpPr>
        <p:spPr>
          <a:xfrm>
            <a:off x="4496975" y="14047824"/>
            <a:ext cx="5907300" cy="50667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0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ACVRL1</a:t>
            </a:r>
          </a:p>
        </p:txBody>
      </p:sp>
      <p:cxnSp>
        <p:nvCxnSpPr>
          <p:cNvPr id="140" name="Google Shape;189;p13">
            <a:extLst>
              <a:ext uri="{FF2B5EF4-FFF2-40B4-BE49-F238E27FC236}">
                <a16:creationId xmlns:a16="http://schemas.microsoft.com/office/drawing/2014/main" id="{C696414E-DCBB-4681-8D7E-542EA1228043}"/>
              </a:ext>
            </a:extLst>
          </p:cNvPr>
          <p:cNvCxnSpPr/>
          <p:nvPr/>
        </p:nvCxnSpPr>
        <p:spPr>
          <a:xfrm>
            <a:off x="10417082" y="14278047"/>
            <a:ext cx="54864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1" name="Google Shape;160;p13">
            <a:extLst>
              <a:ext uri="{FF2B5EF4-FFF2-40B4-BE49-F238E27FC236}">
                <a16:creationId xmlns:a16="http://schemas.microsoft.com/office/drawing/2014/main" id="{28A3022F-4F28-4EFE-8796-940FC34108A6}"/>
              </a:ext>
            </a:extLst>
          </p:cNvPr>
          <p:cNvSpPr/>
          <p:nvPr/>
        </p:nvSpPr>
        <p:spPr>
          <a:xfrm>
            <a:off x="10945100" y="1413575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</a:t>
            </a:r>
            <a:r>
              <a:rPr lang="en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Moderate</a:t>
            </a:r>
            <a:endParaRPr dirty="0">
              <a:solidFill>
                <a:srgbClr val="FF0000"/>
              </a:solidFill>
            </a:endParaRPr>
          </a:p>
        </p:txBody>
      </p:sp>
      <p:cxnSp>
        <p:nvCxnSpPr>
          <p:cNvPr id="2" name="Google Shape;187;p13">
            <a:extLst>
              <a:ext uri="{FF2B5EF4-FFF2-40B4-BE49-F238E27FC236}">
                <a16:creationId xmlns:a16="http://schemas.microsoft.com/office/drawing/2014/main" id="{05ED2E84-EF28-8F25-7098-1F21E6D322BC}"/>
              </a:ext>
            </a:extLst>
          </p:cNvPr>
          <p:cNvCxnSpPr/>
          <p:nvPr/>
        </p:nvCxnSpPr>
        <p:spPr>
          <a:xfrm>
            <a:off x="10470493" y="1160553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" name="Google Shape;124;p13">
            <a:extLst>
              <a:ext uri="{FF2B5EF4-FFF2-40B4-BE49-F238E27FC236}">
                <a16:creationId xmlns:a16="http://schemas.microsoft.com/office/drawing/2014/main" id="{DD34829F-6971-9112-AEDD-5DDF548F383A}"/>
              </a:ext>
            </a:extLst>
          </p:cNvPr>
          <p:cNvCxnSpPr>
            <a:cxnSpLocks/>
          </p:cNvCxnSpPr>
          <p:nvPr/>
        </p:nvCxnSpPr>
        <p:spPr>
          <a:xfrm>
            <a:off x="10439315" y="9772959"/>
            <a:ext cx="504175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" name="Google Shape;67;p13">
            <a:extLst>
              <a:ext uri="{FF2B5EF4-FFF2-40B4-BE49-F238E27FC236}">
                <a16:creationId xmlns:a16="http://schemas.microsoft.com/office/drawing/2014/main" id="{A550F638-D194-1ADE-93EE-AB4C81ACAC1E}"/>
              </a:ext>
            </a:extLst>
          </p:cNvPr>
          <p:cNvSpPr/>
          <p:nvPr/>
        </p:nvSpPr>
        <p:spPr>
          <a:xfrm>
            <a:off x="10974325" y="484035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7" name="Google Shape;70;p13">
            <a:extLst>
              <a:ext uri="{FF2B5EF4-FFF2-40B4-BE49-F238E27FC236}">
                <a16:creationId xmlns:a16="http://schemas.microsoft.com/office/drawing/2014/main" id="{82AA1AE8-1368-B0BE-1C12-6D97E64D8A67}"/>
              </a:ext>
            </a:extLst>
          </p:cNvPr>
          <p:cNvSpPr/>
          <p:nvPr/>
        </p:nvSpPr>
        <p:spPr>
          <a:xfrm>
            <a:off x="6509774" y="4628168"/>
            <a:ext cx="2881223" cy="834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</p:txBody>
      </p:sp>
      <p:cxnSp>
        <p:nvCxnSpPr>
          <p:cNvPr id="8" name="Google Shape;72;p13">
            <a:extLst>
              <a:ext uri="{FF2B5EF4-FFF2-40B4-BE49-F238E27FC236}">
                <a16:creationId xmlns:a16="http://schemas.microsoft.com/office/drawing/2014/main" id="{1CBAF876-AA6D-CE10-0077-A03F86571D18}"/>
              </a:ext>
            </a:extLst>
          </p:cNvPr>
          <p:cNvCxnSpPr>
            <a:cxnSpLocks/>
            <a:stCxn id="87" idx="3"/>
            <a:endCxn id="7" idx="1"/>
          </p:cNvCxnSpPr>
          <p:nvPr/>
        </p:nvCxnSpPr>
        <p:spPr>
          <a:xfrm>
            <a:off x="6074524" y="5028063"/>
            <a:ext cx="43525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" name="Google Shape;117;p13">
            <a:extLst>
              <a:ext uri="{FF2B5EF4-FFF2-40B4-BE49-F238E27FC236}">
                <a16:creationId xmlns:a16="http://schemas.microsoft.com/office/drawing/2014/main" id="{F81BB202-AA3E-C12E-C657-545BEF6EF99F}"/>
              </a:ext>
            </a:extLst>
          </p:cNvPr>
          <p:cNvCxnSpPr>
            <a:cxnSpLocks/>
          </p:cNvCxnSpPr>
          <p:nvPr/>
        </p:nvCxnSpPr>
        <p:spPr>
          <a:xfrm flipV="1">
            <a:off x="9390997" y="5041667"/>
            <a:ext cx="1583328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" name="Google Shape;67;p13">
            <a:extLst>
              <a:ext uri="{FF2B5EF4-FFF2-40B4-BE49-F238E27FC236}">
                <a16:creationId xmlns:a16="http://schemas.microsoft.com/office/drawing/2014/main" id="{51C8FB8B-AEF7-FF43-7C31-9C9763B3D339}"/>
              </a:ext>
            </a:extLst>
          </p:cNvPr>
          <p:cNvSpPr/>
          <p:nvPr/>
        </p:nvSpPr>
        <p:spPr>
          <a:xfrm>
            <a:off x="10973948" y="6365982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3" name="Google Shape;70;p13">
            <a:extLst>
              <a:ext uri="{FF2B5EF4-FFF2-40B4-BE49-F238E27FC236}">
                <a16:creationId xmlns:a16="http://schemas.microsoft.com/office/drawing/2014/main" id="{4B0F8940-B6C3-3C22-9378-31419EDA0A10}"/>
              </a:ext>
            </a:extLst>
          </p:cNvPr>
          <p:cNvSpPr/>
          <p:nvPr/>
        </p:nvSpPr>
        <p:spPr>
          <a:xfrm>
            <a:off x="6509397" y="6153792"/>
            <a:ext cx="2881223" cy="834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</p:txBody>
      </p:sp>
      <p:cxnSp>
        <p:nvCxnSpPr>
          <p:cNvPr id="14" name="Google Shape;72;p13">
            <a:extLst>
              <a:ext uri="{FF2B5EF4-FFF2-40B4-BE49-F238E27FC236}">
                <a16:creationId xmlns:a16="http://schemas.microsoft.com/office/drawing/2014/main" id="{53D4258B-DA2C-182C-3442-BE3DCA4FCE31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6074147" y="6553687"/>
            <a:ext cx="43525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" name="Google Shape;117;p13">
            <a:extLst>
              <a:ext uri="{FF2B5EF4-FFF2-40B4-BE49-F238E27FC236}">
                <a16:creationId xmlns:a16="http://schemas.microsoft.com/office/drawing/2014/main" id="{2945B038-2C82-513A-6CA4-4218E630D686}"/>
              </a:ext>
            </a:extLst>
          </p:cNvPr>
          <p:cNvCxnSpPr>
            <a:cxnSpLocks/>
          </p:cNvCxnSpPr>
          <p:nvPr/>
        </p:nvCxnSpPr>
        <p:spPr>
          <a:xfrm flipV="1">
            <a:off x="9390620" y="6567291"/>
            <a:ext cx="1583328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Google Shape;67;p13">
            <a:extLst>
              <a:ext uri="{FF2B5EF4-FFF2-40B4-BE49-F238E27FC236}">
                <a16:creationId xmlns:a16="http://schemas.microsoft.com/office/drawing/2014/main" id="{1EB85CA7-7EBD-9C32-D273-6CFB489F537E}"/>
              </a:ext>
            </a:extLst>
          </p:cNvPr>
          <p:cNvSpPr/>
          <p:nvPr/>
        </p:nvSpPr>
        <p:spPr>
          <a:xfrm>
            <a:off x="10964025" y="10606777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7" name="Google Shape;70;p13">
            <a:extLst>
              <a:ext uri="{FF2B5EF4-FFF2-40B4-BE49-F238E27FC236}">
                <a16:creationId xmlns:a16="http://schemas.microsoft.com/office/drawing/2014/main" id="{CF845D86-0F44-A99F-FEC4-522F09CA1A34}"/>
              </a:ext>
            </a:extLst>
          </p:cNvPr>
          <p:cNvSpPr/>
          <p:nvPr/>
        </p:nvSpPr>
        <p:spPr>
          <a:xfrm>
            <a:off x="6567906" y="10383202"/>
            <a:ext cx="2881223" cy="834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Variant removes &lt;</a:t>
            </a:r>
            <a:r>
              <a:rPr lang="en" sz="12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10% of p</a:t>
            </a:r>
            <a:r>
              <a:rPr lang="en" sz="12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rotein</a:t>
            </a:r>
          </a:p>
        </p:txBody>
      </p:sp>
      <p:cxnSp>
        <p:nvCxnSpPr>
          <p:cNvPr id="18" name="Google Shape;72;p13">
            <a:extLst>
              <a:ext uri="{FF2B5EF4-FFF2-40B4-BE49-F238E27FC236}">
                <a16:creationId xmlns:a16="http://schemas.microsoft.com/office/drawing/2014/main" id="{904D0138-5900-6724-ECE8-1F134FB87CAB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6132656" y="10783097"/>
            <a:ext cx="43525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" name="Google Shape;117;p13">
            <a:extLst>
              <a:ext uri="{FF2B5EF4-FFF2-40B4-BE49-F238E27FC236}">
                <a16:creationId xmlns:a16="http://schemas.microsoft.com/office/drawing/2014/main" id="{62FF69DE-AAE7-01FA-656F-AC6632B57FB7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9449129" y="10792477"/>
            <a:ext cx="1514896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391</Words>
  <Application>Microsoft Office PowerPoint</Application>
  <PresentationFormat>Custom</PresentationFormat>
  <Paragraphs>71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DeMille, Desiree</dc:creator>
  <cp:lastModifiedBy>DeMille, Desiree</cp:lastModifiedBy>
  <cp:revision>27</cp:revision>
  <dcterms:modified xsi:type="dcterms:W3CDTF">2023-06-15T17:50:25Z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528a15d-fe30-4bc2-853f-da171899c8c3_Enabled">
    <vt:lpwstr>true</vt:lpwstr>
  </property>
  <property fmtid="{D5CDD505-2E9C-101B-9397-08002B2CF9AE}" pid="3" name="MSIP_Label_7528a15d-fe30-4bc2-853f-da171899c8c3_SetDate">
    <vt:lpwstr>2022-08-09T19:55:53Z</vt:lpwstr>
  </property>
  <property fmtid="{D5CDD505-2E9C-101B-9397-08002B2CF9AE}" pid="4" name="MSIP_Label_7528a15d-fe30-4bc2-853f-da171899c8c3_Method">
    <vt:lpwstr>Standard</vt:lpwstr>
  </property>
  <property fmtid="{D5CDD505-2E9C-101B-9397-08002B2CF9AE}" pid="5" name="MSIP_Label_7528a15d-fe30-4bc2-853f-da171899c8c3_Name">
    <vt:lpwstr>Private Data</vt:lpwstr>
  </property>
  <property fmtid="{D5CDD505-2E9C-101B-9397-08002B2CF9AE}" pid="6" name="MSIP_Label_7528a15d-fe30-4bc2-853f-da171899c8c3_SiteId">
    <vt:lpwstr>5bd0d628-d6ea-4086-954f-69792a5faa57</vt:lpwstr>
  </property>
  <property fmtid="{D5CDD505-2E9C-101B-9397-08002B2CF9AE}" pid="7" name="MSIP_Label_7528a15d-fe30-4bc2-853f-da171899c8c3_ActionId">
    <vt:lpwstr>db650bb7-f66c-4674-8489-efba709be3c9</vt:lpwstr>
  </property>
  <property fmtid="{D5CDD505-2E9C-101B-9397-08002B2CF9AE}" pid="8" name="MSIP_Label_7528a15d-fe30-4bc2-853f-da171899c8c3_ContentBits">
    <vt:lpwstr>2</vt:lpwstr>
  </property>
</Properties>
</file>