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720"/>
  </p:normalViewPr>
  <p:slideViewPr>
    <p:cSldViewPr snapToGrid="0">
      <p:cViewPr>
        <p:scale>
          <a:sx n="110" d="100"/>
          <a:sy n="110" d="100"/>
        </p:scale>
        <p:origin x="4960" y="14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(up to c.14971, p.4991)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 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NM_000540.3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(AAs 4800-4950, exons 100-103)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rot="10800000" flipH="1">
            <a:off x="4038775" y="1251175"/>
            <a:ext cx="490200" cy="693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(In-frame exons: 1-4, 9, 11, 15, 23, 32,36,38,50,53,54,66,70-73,78, 83,84,86,87,90,91,94,95,100,101,106)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(AAs 4800-4950, exons 100-103)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(AAs 4800-4950, exons 100-103)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algn="ctr">
              <a:buSzPts val="1200"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(up to c.14971, p.4991)</a:t>
            </a:r>
            <a:endParaRPr lang="en-US"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(AAs 4800-4950, exons 100-103)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780</Words>
  <Application>Microsoft Macintosh PowerPoint</Application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cp:lastModifiedBy>Marina DiStefano</cp:lastModifiedBy>
  <cp:revision>6</cp:revision>
  <dcterms:modified xsi:type="dcterms:W3CDTF">2023-09-26T19:35:44Z</dcterms:modified>
</cp:coreProperties>
</file>