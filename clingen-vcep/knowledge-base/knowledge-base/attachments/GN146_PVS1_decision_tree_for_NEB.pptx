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700"/>
  </p:normalViewPr>
  <p:slideViewPr>
    <p:cSldViewPr snapToGrid="0">
      <p:cViewPr>
        <p:scale>
          <a:sx n="120" d="100"/>
          <a:sy n="120" d="100"/>
        </p:scale>
        <p:origin x="392" y="-6064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c.25354, p.8452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 (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NM_001164508.2, NM_001164507.2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29000" y="11127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55, 161-183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60" idx="3"/>
            <a:endCxn id="62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rot="10800000" flipH="1">
            <a:off x="4038775" y="331225"/>
            <a:ext cx="497700" cy="23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rot="10800000" flipH="1">
            <a:off x="4038775" y="1251175"/>
            <a:ext cx="490200" cy="693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(in-frame exons: 3-180, 182)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55, 161-183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exons 55, 161-183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stCxn id="106" idx="3"/>
            <a:endCxn id="91" idx="1"/>
          </p:cNvCxnSpPr>
          <p:nvPr/>
        </p:nvCxnSpPr>
        <p:spPr>
          <a:xfrm rot="10800000" flipH="1">
            <a:off x="4038825" y="4253325"/>
            <a:ext cx="468900" cy="868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2511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(exons 55, 161-183)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747</Words>
  <Application>Microsoft Macintosh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cp:lastModifiedBy>Marina DiStefano</cp:lastModifiedBy>
  <cp:revision>7</cp:revision>
  <dcterms:modified xsi:type="dcterms:W3CDTF">2023-09-25T19:40:58Z</dcterms:modified>
</cp:coreProperties>
</file>