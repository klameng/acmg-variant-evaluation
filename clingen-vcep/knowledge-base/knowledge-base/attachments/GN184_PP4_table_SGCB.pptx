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493999"/>
              </p:ext>
            </p:extLst>
          </p:nvPr>
        </p:nvGraphicFramePr>
        <p:xfrm>
          <a:off x="559293" y="47922"/>
          <a:ext cx="8788892" cy="348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993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750040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660124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615735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clinical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progressive limb-girdle pattern of muscle weakness observed over ≥6 </a:t>
                      </a:r>
                      <a:r>
                        <a:rPr lang="en-US" dirty="0" err="1"/>
                        <a:t>mo</a:t>
                      </a:r>
                      <a:r>
                        <a:rPr lang="en-US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genetic testing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presumed diagnostic</a:t>
                      </a:r>
                      <a:r>
                        <a:rPr lang="en-US" baseline="30000" dirty="0"/>
                        <a:t>3</a:t>
                      </a:r>
                      <a:r>
                        <a:rPr lang="en-US" dirty="0"/>
                        <a:t> variants </a:t>
                      </a:r>
                      <a:r>
                        <a:rPr lang="en-US"/>
                        <a:t>in </a:t>
                      </a:r>
                      <a:r>
                        <a:rPr lang="en-US" i="1"/>
                        <a:t>SGCB</a:t>
                      </a:r>
                      <a:r>
                        <a:rPr lang="en-US"/>
                        <a:t>, </a:t>
                      </a:r>
                      <a:r>
                        <a:rPr lang="en-US" dirty="0"/>
                        <a:t>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</a:t>
                      </a:r>
                      <a:r>
                        <a:rPr lang="en-US" baseline="30000" dirty="0"/>
                        <a:t>4</a:t>
                      </a:r>
                      <a:r>
                        <a:rPr lang="en-US" dirty="0"/>
                        <a:t> expression or membrane localization of full-length protein in skeletal muscle (e.g., WB or IHC)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3" y="3545857"/>
            <a:ext cx="878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SGCB</a:t>
            </a:r>
            <a:r>
              <a:rPr lang="en-US" sz="1200" dirty="0"/>
              <a:t> required for Supporting. To apply at Strong, screening of</a:t>
            </a:r>
            <a:r>
              <a:rPr lang="en-US" sz="1200" i="1" dirty="0"/>
              <a:t> SGCA</a:t>
            </a:r>
            <a:r>
              <a:rPr lang="en-US" sz="1200" dirty="0"/>
              <a:t>, </a:t>
            </a:r>
            <a:r>
              <a:rPr lang="en-US" sz="1200" i="1" dirty="0"/>
              <a:t>SGCG</a:t>
            </a:r>
            <a:r>
              <a:rPr lang="en-US" sz="1200" dirty="0"/>
              <a:t>, and </a:t>
            </a:r>
            <a:r>
              <a:rPr lang="en-US" sz="1200" i="1" dirty="0"/>
              <a:t>SGCD</a:t>
            </a:r>
            <a:r>
              <a:rPr lang="en-US" sz="1200" dirty="0"/>
              <a:t> also required. Do not apply if 2 presumed diagnostic variants also identified in </a:t>
            </a:r>
            <a:r>
              <a:rPr lang="en-US" sz="1200" i="1" dirty="0"/>
              <a:t>SGCA</a:t>
            </a:r>
            <a:r>
              <a:rPr lang="en-US" sz="1200" dirty="0"/>
              <a:t>, </a:t>
            </a:r>
            <a:r>
              <a:rPr lang="en-US" sz="1200" i="1" dirty="0"/>
              <a:t>SGCG</a:t>
            </a:r>
            <a:r>
              <a:rPr lang="en-US" sz="1200" dirty="0"/>
              <a:t>, or </a:t>
            </a:r>
            <a:r>
              <a:rPr lang="en-US" sz="1200" i="1" dirty="0"/>
              <a:t>SGCD</a:t>
            </a:r>
            <a:r>
              <a:rPr lang="en-US" sz="1200" dirty="0"/>
              <a:t>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in cis 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be described as “severely” / “drastically” / “strongly” reduced or as “absent”, “trace”, or “barely </a:t>
            </a:r>
            <a:r>
              <a:rPr lang="en-US" sz="1200"/>
              <a:t>detectable”. </a:t>
            </a:r>
            <a:endParaRPr lang="en-US" sz="1200" dirty="0"/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2894</TotalTime>
  <Words>360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5</cp:revision>
  <dcterms:created xsi:type="dcterms:W3CDTF">2024-09-04T20:20:17Z</dcterms:created>
  <dcterms:modified xsi:type="dcterms:W3CDTF">2024-12-11T20:06:27Z</dcterms:modified>
</cp:coreProperties>
</file>