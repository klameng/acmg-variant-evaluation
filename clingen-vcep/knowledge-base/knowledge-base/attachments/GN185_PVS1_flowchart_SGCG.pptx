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84" y="-3988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A3B9C3E7-F65A-4E41-9013-35C41E2E0BA6}"/>
    <pc:docChg chg="modSld">
      <pc:chgData name="Clause, Amanda" userId="08e9fc0f-92ac-4595-ab91-dd80063314a5" providerId="ADAL" clId="{A3B9C3E7-F65A-4E41-9013-35C41E2E0BA6}" dt="2025-06-05T19:17:15.438" v="2" actId="20577"/>
      <pc:docMkLst>
        <pc:docMk/>
      </pc:docMkLst>
      <pc:sldChg chg="modSp mod">
        <pc:chgData name="Clause, Amanda" userId="08e9fc0f-92ac-4595-ab91-dd80063314a5" providerId="ADAL" clId="{A3B9C3E7-F65A-4E41-9013-35C41E2E0BA6}" dt="2025-06-05T19:17:15.438" v="2" actId="20577"/>
        <pc:sldMkLst>
          <pc:docMk/>
          <pc:sldMk cId="0" sldId="257"/>
        </pc:sldMkLst>
        <pc:spChg chg="mod">
          <ac:chgData name="Clause, Amanda" userId="08e9fc0f-92ac-4595-ab91-dd80063314a5" providerId="ADAL" clId="{A3B9C3E7-F65A-4E41-9013-35C41E2E0BA6}" dt="2025-06-05T19:17:15.438" v="2" actId="20577"/>
          <ac:spMkLst>
            <pc:docMk/>
            <pc:sldMk cId="0" sldId="257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35-216)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2, 3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NM_000231.3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545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SGCG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864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6</cp:revision>
  <dcterms:modified xsi:type="dcterms:W3CDTF">2025-06-05T19:17:23Z</dcterms:modified>
</cp:coreProperties>
</file>