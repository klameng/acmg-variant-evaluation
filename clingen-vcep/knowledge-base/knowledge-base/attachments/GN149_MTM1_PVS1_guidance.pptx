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hE5CM89sIJY3oPbbhw6VH2Sft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0"/>
  </p:normalViewPr>
  <p:slideViewPr>
    <p:cSldViewPr snapToGrid="0">
      <p:cViewPr>
        <p:scale>
          <a:sx n="70" d="100"/>
          <a:sy n="70" d="100"/>
        </p:scale>
        <p:origin x="2336" y="144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NOTE – highlighted areas are where the VCEP should provide guidance for each gene under specification.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Weights may be adjusted if appropriate (e.g start codon)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1664575" y="216325"/>
            <a:ext cx="2374200" cy="70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1200" b="0" i="0" u="none" strike="noStrike" cap="none" baseline="30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>
              <a:solidFill>
                <a:schemeClr val="accent2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(up to c.1593, p.531)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4536350" y="192700"/>
            <a:ext cx="5868000" cy="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 (</a:t>
            </a:r>
            <a:r>
              <a:rPr lang="en-US" sz="12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NM_000252.3</a:t>
            </a:r>
            <a:r>
              <a:rPr lang="en" sz="12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36275" y="6212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192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0945225" y="6212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4529000" y="111270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 specified regions)</a:t>
            </a:r>
            <a:endParaRPr sz="1200" b="0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57575" y="14871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6201875" y="149707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10945225" y="1112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10945225" y="15422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10945225" y="21304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10945225" y="26330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6201875" y="20662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9204900" y="20662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9204825" y="25924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"/>
          <p:cNvCxnSpPr>
            <a:stCxn id="74" idx="3"/>
            <a:endCxn id="75" idx="1"/>
          </p:cNvCxnSpPr>
          <p:nvPr/>
        </p:nvCxnSpPr>
        <p:spPr>
          <a:xfrm rot="10800000" flipH="1">
            <a:off x="8819975" y="22926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74" idx="3"/>
            <a:endCxn id="76" idx="1"/>
          </p:cNvCxnSpPr>
          <p:nvPr/>
        </p:nvCxnSpPr>
        <p:spPr>
          <a:xfrm>
            <a:off x="8819975" y="25557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stCxn id="60" idx="3"/>
            <a:endCxn id="61" idx="1"/>
          </p:cNvCxnSpPr>
          <p:nvPr/>
        </p:nvCxnSpPr>
        <p:spPr>
          <a:xfrm rot="10800000" flipH="1">
            <a:off x="1186125" y="569023"/>
            <a:ext cx="478500" cy="1066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stCxn id="60" idx="3"/>
            <a:endCxn id="62" idx="1"/>
          </p:cNvCxnSpPr>
          <p:nvPr/>
        </p:nvCxnSpPr>
        <p:spPr>
          <a:xfrm>
            <a:off x="1186125" y="1635523"/>
            <a:ext cx="478500" cy="308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81;p1"/>
          <p:cNvCxnSpPr>
            <a:stCxn id="61" idx="3"/>
            <a:endCxn id="63" idx="1"/>
          </p:cNvCxnSpPr>
          <p:nvPr/>
        </p:nvCxnSpPr>
        <p:spPr>
          <a:xfrm rot="10800000" flipH="1">
            <a:off x="4038775" y="331225"/>
            <a:ext cx="497700" cy="23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" name="Google Shape;82;p1"/>
          <p:cNvCxnSpPr>
            <a:stCxn id="61" idx="3"/>
            <a:endCxn id="64" idx="1"/>
          </p:cNvCxnSpPr>
          <p:nvPr/>
        </p:nvCxnSpPr>
        <p:spPr>
          <a:xfrm>
            <a:off x="4038775" y="569125"/>
            <a:ext cx="497400" cy="190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1"/>
          <p:cNvCxnSpPr>
            <a:stCxn id="62" idx="3"/>
            <a:endCxn id="67" idx="1"/>
          </p:cNvCxnSpPr>
          <p:nvPr/>
        </p:nvCxnSpPr>
        <p:spPr>
          <a:xfrm rot="10800000" flipH="1">
            <a:off x="4038775" y="1251175"/>
            <a:ext cx="490200" cy="693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1"/>
          <p:cNvCxnSpPr>
            <a:stCxn id="62" idx="3"/>
            <a:endCxn id="68" idx="1"/>
          </p:cNvCxnSpPr>
          <p:nvPr/>
        </p:nvCxnSpPr>
        <p:spPr>
          <a:xfrm>
            <a:off x="4038775" y="1944175"/>
            <a:ext cx="518700" cy="24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" name="Google Shape;85;p1"/>
          <p:cNvCxnSpPr>
            <a:stCxn id="68" idx="3"/>
            <a:endCxn id="69" idx="1"/>
          </p:cNvCxnSpPr>
          <p:nvPr/>
        </p:nvCxnSpPr>
        <p:spPr>
          <a:xfrm rot="10800000" flipH="1">
            <a:off x="5638475" y="1727900"/>
            <a:ext cx="563400" cy="463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6" name="Google Shape;86;p1"/>
          <p:cNvCxnSpPr>
            <a:stCxn id="68" idx="3"/>
            <a:endCxn id="74" idx="1"/>
          </p:cNvCxnSpPr>
          <p:nvPr/>
        </p:nvCxnSpPr>
        <p:spPr>
          <a:xfrm>
            <a:off x="5638475" y="21917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7" name="Google Shape;87;p1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1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64575" y="3308700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dirty="0">
              <a:solidFill>
                <a:schemeClr val="accent2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 frame exons: 2, 5-15)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536350" y="32325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07775" y="41148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 specified regions)</a:t>
            </a:r>
            <a:endParaRPr sz="1200" b="0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36275" y="36610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36350" y="44892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180650" y="44992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frequent in the general population and/or exon is absent from biologically-relevant transcript(s)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180650" y="50687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3675" y="50687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4533750" y="77523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 specified regions)</a:t>
            </a:r>
            <a:endParaRPr sz="1200" b="0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3232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0945225" y="36610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0945225" y="41148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0945225" y="45443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0945225" y="51329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0945225" y="5635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0945225" y="77591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9183600" y="55949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cxnSp>
        <p:nvCxnSpPr>
          <p:cNvPr id="107" name="Google Shape;107;p1"/>
          <p:cNvCxnSpPr>
            <a:stCxn id="87" idx="3"/>
            <a:endCxn id="88" idx="1"/>
          </p:cNvCxnSpPr>
          <p:nvPr/>
        </p:nvCxnSpPr>
        <p:spPr>
          <a:xfrm rot="10800000" flipH="1">
            <a:off x="1186125" y="3710000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1"/>
          <p:cNvCxnSpPr>
            <a:stCxn id="87" idx="3"/>
            <a:endCxn id="106" idx="1"/>
          </p:cNvCxnSpPr>
          <p:nvPr/>
        </p:nvCxnSpPr>
        <p:spPr>
          <a:xfrm rot="10800000" flipH="1">
            <a:off x="1186125" y="5121800"/>
            <a:ext cx="457500" cy="48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"/>
          <p:cNvCxnSpPr>
            <a:stCxn id="87" idx="3"/>
            <a:endCxn id="89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"/>
          <p:cNvCxnSpPr>
            <a:stCxn id="88" idx="3"/>
            <a:endCxn id="90" idx="1"/>
          </p:cNvCxnSpPr>
          <p:nvPr/>
        </p:nvCxnSpPr>
        <p:spPr>
          <a:xfrm rot="10800000" flipH="1">
            <a:off x="4038775" y="3370950"/>
            <a:ext cx="4977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1"/>
          <p:cNvCxnSpPr>
            <a:stCxn id="88" idx="3"/>
            <a:endCxn id="92" idx="1"/>
          </p:cNvCxnSpPr>
          <p:nvPr/>
        </p:nvCxnSpPr>
        <p:spPr>
          <a:xfrm>
            <a:off x="4038775" y="3709950"/>
            <a:ext cx="4974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1"/>
          <p:cNvCxnSpPr>
            <a:stCxn id="106" idx="3"/>
            <a:endCxn id="91" idx="1"/>
          </p:cNvCxnSpPr>
          <p:nvPr/>
        </p:nvCxnSpPr>
        <p:spPr>
          <a:xfrm rot="10800000" flipH="1">
            <a:off x="4038825" y="4253325"/>
            <a:ext cx="468900" cy="868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1"/>
          <p:cNvCxnSpPr>
            <a:stCxn id="106" idx="3"/>
            <a:endCxn id="93" idx="1"/>
          </p:cNvCxnSpPr>
          <p:nvPr/>
        </p:nvCxnSpPr>
        <p:spPr>
          <a:xfrm>
            <a:off x="4038825" y="5121825"/>
            <a:ext cx="497400" cy="146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1"/>
          <p:cNvCxnSpPr>
            <a:stCxn id="93" idx="3"/>
            <a:endCxn id="94" idx="1"/>
          </p:cNvCxnSpPr>
          <p:nvPr/>
        </p:nvCxnSpPr>
        <p:spPr>
          <a:xfrm rot="10800000" flipH="1">
            <a:off x="5617250" y="4730175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"/>
          <p:cNvCxnSpPr>
            <a:stCxn id="93" idx="3"/>
            <a:endCxn id="95" idx="1"/>
          </p:cNvCxnSpPr>
          <p:nvPr/>
        </p:nvCxnSpPr>
        <p:spPr>
          <a:xfrm>
            <a:off x="5617250" y="52683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95" idx="3"/>
            <a:endCxn id="96" idx="1"/>
          </p:cNvCxnSpPr>
          <p:nvPr/>
        </p:nvCxnSpPr>
        <p:spPr>
          <a:xfrm rot="10800000" flipH="1">
            <a:off x="8798750" y="52950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1"/>
          <p:cNvCxnSpPr>
            <a:stCxn id="95" idx="3"/>
            <a:endCxn id="105" idx="1"/>
          </p:cNvCxnSpPr>
          <p:nvPr/>
        </p:nvCxnSpPr>
        <p:spPr>
          <a:xfrm>
            <a:off x="8798750" y="55581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1"/>
          <p:cNvCxnSpPr>
            <a:stCxn id="63" idx="3"/>
            <a:endCxn id="65" idx="1"/>
          </p:cNvCxnSpPr>
          <p:nvPr/>
        </p:nvCxnSpPr>
        <p:spPr>
          <a:xfrm>
            <a:off x="10404350" y="3311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1"/>
          <p:cNvCxnSpPr>
            <a:stCxn id="64" idx="3"/>
            <a:endCxn id="66" idx="1"/>
          </p:cNvCxnSpPr>
          <p:nvPr/>
        </p:nvCxnSpPr>
        <p:spPr>
          <a:xfrm>
            <a:off x="10404275" y="7597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1"/>
          <p:cNvCxnSpPr>
            <a:stCxn id="67" idx="3"/>
            <a:endCxn id="70" idx="1"/>
          </p:cNvCxnSpPr>
          <p:nvPr/>
        </p:nvCxnSpPr>
        <p:spPr>
          <a:xfrm>
            <a:off x="10425500" y="1251150"/>
            <a:ext cx="519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1"/>
          <p:cNvCxnSpPr>
            <a:stCxn id="69" idx="3"/>
            <a:endCxn id="71" idx="1"/>
          </p:cNvCxnSpPr>
          <p:nvPr/>
        </p:nvCxnSpPr>
        <p:spPr>
          <a:xfrm>
            <a:off x="10436375" y="17279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"/>
          <p:cNvCxnSpPr>
            <a:stCxn id="75" idx="3"/>
            <a:endCxn id="72" idx="1"/>
          </p:cNvCxnSpPr>
          <p:nvPr/>
        </p:nvCxnSpPr>
        <p:spPr>
          <a:xfrm>
            <a:off x="10436400" y="22926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1"/>
          <p:cNvCxnSpPr>
            <a:stCxn id="76" idx="3"/>
            <a:endCxn id="73" idx="1"/>
          </p:cNvCxnSpPr>
          <p:nvPr/>
        </p:nvCxnSpPr>
        <p:spPr>
          <a:xfrm>
            <a:off x="10436325" y="28187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1"/>
          <p:cNvCxnSpPr>
            <a:stCxn id="90" idx="3"/>
            <a:endCxn id="98" idx="1"/>
          </p:cNvCxnSpPr>
          <p:nvPr/>
        </p:nvCxnSpPr>
        <p:spPr>
          <a:xfrm>
            <a:off x="10404350" y="3370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1"/>
          <p:cNvCxnSpPr>
            <a:stCxn id="92" idx="3"/>
            <a:endCxn id="99" idx="1"/>
          </p:cNvCxnSpPr>
          <p:nvPr/>
        </p:nvCxnSpPr>
        <p:spPr>
          <a:xfrm>
            <a:off x="10404275" y="37995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1"/>
          <p:cNvCxnSpPr>
            <a:stCxn id="91" idx="3"/>
            <a:endCxn id="100" idx="1"/>
          </p:cNvCxnSpPr>
          <p:nvPr/>
        </p:nvCxnSpPr>
        <p:spPr>
          <a:xfrm>
            <a:off x="10404275" y="425327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1"/>
          <p:cNvCxnSpPr>
            <a:stCxn id="94" idx="3"/>
            <a:endCxn id="101" idx="1"/>
          </p:cNvCxnSpPr>
          <p:nvPr/>
        </p:nvCxnSpPr>
        <p:spPr>
          <a:xfrm>
            <a:off x="10415150" y="47300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1"/>
          <p:cNvCxnSpPr>
            <a:stCxn id="96" idx="3"/>
            <a:endCxn id="102" idx="1"/>
          </p:cNvCxnSpPr>
          <p:nvPr/>
        </p:nvCxnSpPr>
        <p:spPr>
          <a:xfrm>
            <a:off x="10415175" y="5295075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1"/>
          <p:cNvCxnSpPr>
            <a:stCxn id="105" idx="3"/>
            <a:endCxn id="103" idx="1"/>
          </p:cNvCxnSpPr>
          <p:nvPr/>
        </p:nvCxnSpPr>
        <p:spPr>
          <a:xfrm>
            <a:off x="10415100" y="5821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1"/>
          <p:cNvCxnSpPr>
            <a:stCxn id="97" idx="3"/>
            <a:endCxn id="104" idx="1"/>
          </p:cNvCxnSpPr>
          <p:nvPr/>
        </p:nvCxnSpPr>
        <p:spPr>
          <a:xfrm>
            <a:off x="10441050" y="7890800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1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1701200" y="873820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4572975" y="86620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544400" y="95443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4572900" y="90905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6217275" y="99287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4544400" y="115622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86620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/>
          <p:nvPr/>
        </p:nvSpPr>
        <p:spPr>
          <a:xfrm>
            <a:off x="10945225" y="90905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10945225" y="95443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"/>
          <p:cNvSpPr/>
          <p:nvPr/>
        </p:nvSpPr>
        <p:spPr>
          <a:xfrm>
            <a:off x="10945225" y="99738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10945225" y="105624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10945225" y="110650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10945225" y="115622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</a:ext>
                </a:extLst>
              </a:rPr>
              <a:t>Initiation Codon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1659400" y="14372150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/>
          <p:nvPr/>
        </p:nvSpPr>
        <p:spPr>
          <a:xfrm>
            <a:off x="4533801" y="13784050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4533800" y="14162050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0945225" y="14160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10945225" y="137804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"/>
          <p:cNvSpPr/>
          <p:nvPr/>
        </p:nvSpPr>
        <p:spPr>
          <a:xfrm>
            <a:off x="10945225" y="14511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1"/>
          <p:cNvCxnSpPr>
            <a:stCxn id="131" idx="3"/>
            <a:endCxn id="134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1"/>
          <p:cNvCxnSpPr>
            <a:stCxn id="131" idx="3"/>
            <a:endCxn id="132" idx="1"/>
          </p:cNvCxnSpPr>
          <p:nvPr/>
        </p:nvCxnSpPr>
        <p:spPr>
          <a:xfrm rot="10800000" flipH="1">
            <a:off x="1186125" y="9139525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1"/>
          <p:cNvCxnSpPr>
            <a:stCxn id="131" idx="3"/>
            <a:endCxn id="168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stCxn id="131" idx="3"/>
            <a:endCxn id="133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"/>
          <p:cNvCxnSpPr>
            <a:stCxn id="134" idx="3"/>
            <a:endCxn id="140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1"/>
          <p:cNvCxnSpPr>
            <a:stCxn id="132" idx="3"/>
            <a:endCxn id="135" idx="1"/>
          </p:cNvCxnSpPr>
          <p:nvPr/>
        </p:nvCxnSpPr>
        <p:spPr>
          <a:xfrm rot="10800000" flipH="1">
            <a:off x="4028300" y="8800450"/>
            <a:ext cx="5448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"/>
          <p:cNvCxnSpPr>
            <a:stCxn id="132" idx="3"/>
            <a:endCxn id="137" idx="1"/>
          </p:cNvCxnSpPr>
          <p:nvPr/>
        </p:nvCxnSpPr>
        <p:spPr>
          <a:xfrm>
            <a:off x="4028300" y="9139450"/>
            <a:ext cx="5445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1"/>
          <p:cNvCxnSpPr>
            <a:stCxn id="168" idx="3"/>
            <a:endCxn id="136" idx="1"/>
          </p:cNvCxnSpPr>
          <p:nvPr/>
        </p:nvCxnSpPr>
        <p:spPr>
          <a:xfrm rot="10800000" flipH="1">
            <a:off x="4007350" y="9682825"/>
            <a:ext cx="537000" cy="54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1"/>
          <p:cNvCxnSpPr>
            <a:stCxn id="168" idx="3"/>
            <a:endCxn id="138" idx="1"/>
          </p:cNvCxnSpPr>
          <p:nvPr/>
        </p:nvCxnSpPr>
        <p:spPr>
          <a:xfrm>
            <a:off x="4007350" y="10223425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"/>
          <p:cNvCxnSpPr>
            <a:stCxn id="133" idx="3"/>
            <a:endCxn id="138" idx="1"/>
          </p:cNvCxnSpPr>
          <p:nvPr/>
        </p:nvCxnSpPr>
        <p:spPr>
          <a:xfrm rot="10800000" flipH="1">
            <a:off x="4028300" y="10697900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1"/>
          <p:cNvCxnSpPr>
            <a:stCxn id="133" idx="3"/>
            <a:endCxn id="141" idx="1"/>
          </p:cNvCxnSpPr>
          <p:nvPr/>
        </p:nvCxnSpPr>
        <p:spPr>
          <a:xfrm>
            <a:off x="4028300" y="11305400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1"/>
          <p:cNvCxnSpPr>
            <a:stCxn id="138" idx="3"/>
            <a:endCxn id="139" idx="1"/>
          </p:cNvCxnSpPr>
          <p:nvPr/>
        </p:nvCxnSpPr>
        <p:spPr>
          <a:xfrm rot="10800000" flipH="1">
            <a:off x="5653875" y="10159675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"/>
          <p:cNvCxnSpPr>
            <a:stCxn id="138" idx="3"/>
          </p:cNvCxnSpPr>
          <p:nvPr/>
        </p:nvCxnSpPr>
        <p:spPr>
          <a:xfrm>
            <a:off x="5653875" y="106978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1"/>
          <p:cNvCxnSpPr>
            <a:stCxn id="135" idx="3"/>
            <a:endCxn id="142" idx="1"/>
          </p:cNvCxnSpPr>
          <p:nvPr/>
        </p:nvCxnSpPr>
        <p:spPr>
          <a:xfrm>
            <a:off x="10440975" y="88004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1"/>
          <p:cNvCxnSpPr>
            <a:stCxn id="137" idx="3"/>
            <a:endCxn id="143" idx="1"/>
          </p:cNvCxnSpPr>
          <p:nvPr/>
        </p:nvCxnSpPr>
        <p:spPr>
          <a:xfrm>
            <a:off x="10440900" y="9229025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1"/>
          <p:cNvCxnSpPr>
            <a:stCxn id="136" idx="3"/>
            <a:endCxn id="144" idx="1"/>
          </p:cNvCxnSpPr>
          <p:nvPr/>
        </p:nvCxnSpPr>
        <p:spPr>
          <a:xfrm>
            <a:off x="10440900" y="9682775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1"/>
          <p:cNvCxnSpPr>
            <a:stCxn id="139" idx="3"/>
            <a:endCxn id="145" idx="1"/>
          </p:cNvCxnSpPr>
          <p:nvPr/>
        </p:nvCxnSpPr>
        <p:spPr>
          <a:xfrm>
            <a:off x="10451775" y="101595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"/>
          <p:cNvCxnSpPr>
            <a:stCxn id="141" idx="3"/>
            <a:endCxn id="148" idx="1"/>
          </p:cNvCxnSpPr>
          <p:nvPr/>
        </p:nvCxnSpPr>
        <p:spPr>
          <a:xfrm>
            <a:off x="10451700" y="1170070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1"/>
          <p:cNvCxnSpPr>
            <a:stCxn id="149" idx="3"/>
            <a:endCxn id="150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1"/>
          <p:cNvCxnSpPr>
            <a:stCxn id="149" idx="3"/>
            <a:endCxn id="151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p1"/>
          <p:cNvCxnSpPr>
            <a:stCxn id="149" idx="3"/>
            <a:endCxn id="152" idx="1"/>
          </p:cNvCxnSpPr>
          <p:nvPr/>
        </p:nvCxnSpPr>
        <p:spPr>
          <a:xfrm>
            <a:off x="1186125" y="12825875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p1"/>
          <p:cNvCxnSpPr>
            <a:stCxn id="150" idx="3"/>
            <a:endCxn id="154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1"/>
          <p:cNvCxnSpPr>
            <a:stCxn id="151" idx="3"/>
            <a:endCxn id="154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1"/>
          <p:cNvCxnSpPr>
            <a:stCxn id="151" idx="3"/>
            <a:endCxn id="155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1"/>
          <p:cNvCxnSpPr>
            <a:stCxn id="153" idx="3"/>
            <a:endCxn id="156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"/>
          <p:cNvCxnSpPr>
            <a:stCxn id="154" idx="3"/>
            <a:endCxn id="157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"/>
          <p:cNvCxnSpPr>
            <a:stCxn id="155" idx="3"/>
            <a:endCxn id="158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1"/>
          <p:cNvCxnSpPr>
            <a:stCxn id="162" idx="3"/>
            <a:endCxn id="163" idx="1"/>
          </p:cNvCxnSpPr>
          <p:nvPr/>
        </p:nvCxnSpPr>
        <p:spPr>
          <a:xfrm rot="10800000" flipH="1">
            <a:off x="3986500" y="13921275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7" name="Google Shape;197;p1"/>
          <p:cNvCxnSpPr>
            <a:stCxn id="162" idx="3"/>
            <a:endCxn id="164" idx="1"/>
          </p:cNvCxnSpPr>
          <p:nvPr/>
        </p:nvCxnSpPr>
        <p:spPr>
          <a:xfrm>
            <a:off x="3986500" y="14057475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8" name="Google Shape;198;p1"/>
          <p:cNvCxnSpPr>
            <a:stCxn id="161" idx="3"/>
            <a:endCxn id="167" idx="1"/>
          </p:cNvCxnSpPr>
          <p:nvPr/>
        </p:nvCxnSpPr>
        <p:spPr>
          <a:xfrm>
            <a:off x="3986500" y="14650100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9" name="Google Shape;199;p1"/>
          <p:cNvCxnSpPr>
            <a:stCxn id="163" idx="3"/>
            <a:endCxn id="166" idx="1"/>
          </p:cNvCxnSpPr>
          <p:nvPr/>
        </p:nvCxnSpPr>
        <p:spPr>
          <a:xfrm rot="10800000" flipH="1">
            <a:off x="10315401" y="13918750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1"/>
          <p:cNvCxnSpPr>
            <a:stCxn id="164" idx="3"/>
            <a:endCxn id="165" idx="1"/>
          </p:cNvCxnSpPr>
          <p:nvPr/>
        </p:nvCxnSpPr>
        <p:spPr>
          <a:xfrm>
            <a:off x="10296500" y="14299150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"/>
          <p:cNvCxnSpPr>
            <a:stCxn id="160" idx="3"/>
            <a:endCxn id="162" idx="1"/>
          </p:cNvCxnSpPr>
          <p:nvPr/>
        </p:nvCxnSpPr>
        <p:spPr>
          <a:xfrm rot="10800000" flipH="1">
            <a:off x="1186125" y="14057473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1"/>
          <p:cNvCxnSpPr>
            <a:stCxn id="160" idx="3"/>
            <a:endCxn id="161" idx="1"/>
          </p:cNvCxnSpPr>
          <p:nvPr/>
        </p:nvCxnSpPr>
        <p:spPr>
          <a:xfrm>
            <a:off x="1186125" y="14293573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1"/>
          <p:cNvSpPr/>
          <p:nvPr/>
        </p:nvSpPr>
        <p:spPr>
          <a:xfrm>
            <a:off x="6217275" y="104982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9220300" y="104982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"/>
          <p:cNvSpPr/>
          <p:nvPr/>
        </p:nvSpPr>
        <p:spPr>
          <a:xfrm>
            <a:off x="9220225" y="110244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1"/>
          <p:cNvCxnSpPr>
            <a:stCxn id="203" idx="3"/>
            <a:endCxn id="204" idx="1"/>
          </p:cNvCxnSpPr>
          <p:nvPr/>
        </p:nvCxnSpPr>
        <p:spPr>
          <a:xfrm rot="10800000" flipH="1">
            <a:off x="8835375" y="107245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203" idx="3"/>
            <a:endCxn id="205" idx="1"/>
          </p:cNvCxnSpPr>
          <p:nvPr/>
        </p:nvCxnSpPr>
        <p:spPr>
          <a:xfrm>
            <a:off x="8835375" y="109876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4" idx="3"/>
            <a:endCxn id="146" idx="1"/>
          </p:cNvCxnSpPr>
          <p:nvPr/>
        </p:nvCxnSpPr>
        <p:spPr>
          <a:xfrm>
            <a:off x="10451800" y="10724575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"/>
          <p:cNvCxnSpPr>
            <a:stCxn id="205" idx="3"/>
            <a:endCxn id="147" idx="1"/>
          </p:cNvCxnSpPr>
          <p:nvPr/>
        </p:nvCxnSpPr>
        <p:spPr>
          <a:xfrm>
            <a:off x="10451725" y="112507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0" name="Google Shape;210;p1"/>
          <p:cNvSpPr/>
          <p:nvPr/>
        </p:nvSpPr>
        <p:spPr>
          <a:xfrm>
            <a:off x="4536350" y="6111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"/>
          <p:cNvSpPr/>
          <p:nvPr/>
        </p:nvSpPr>
        <p:spPr>
          <a:xfrm>
            <a:off x="6180650" y="60994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"/>
          <p:cNvSpPr/>
          <p:nvPr/>
        </p:nvSpPr>
        <p:spPr>
          <a:xfrm>
            <a:off x="6180650" y="66689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183675" y="66689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10945225" y="6144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"/>
          <p:cNvSpPr/>
          <p:nvPr/>
        </p:nvSpPr>
        <p:spPr>
          <a:xfrm>
            <a:off x="10945225" y="67331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10945225" y="72357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"/>
          <p:cNvSpPr/>
          <p:nvPr/>
        </p:nvSpPr>
        <p:spPr>
          <a:xfrm>
            <a:off x="9183600" y="71951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"/>
          <p:cNvCxnSpPr>
            <a:endCxn id="211" idx="1"/>
          </p:cNvCxnSpPr>
          <p:nvPr/>
        </p:nvCxnSpPr>
        <p:spPr>
          <a:xfrm rot="10800000" flipH="1">
            <a:off x="5617250" y="6330250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1"/>
          <p:cNvCxnSpPr>
            <a:endCxn id="212" idx="1"/>
          </p:cNvCxnSpPr>
          <p:nvPr/>
        </p:nvCxnSpPr>
        <p:spPr>
          <a:xfrm>
            <a:off x="5617250" y="68685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p1"/>
          <p:cNvCxnSpPr>
            <a:stCxn id="212" idx="3"/>
            <a:endCxn id="213" idx="1"/>
          </p:cNvCxnSpPr>
          <p:nvPr/>
        </p:nvCxnSpPr>
        <p:spPr>
          <a:xfrm rot="10800000" flipH="1">
            <a:off x="8798750" y="68952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1"/>
          <p:cNvCxnSpPr>
            <a:stCxn id="212" idx="3"/>
            <a:endCxn id="217" idx="1"/>
          </p:cNvCxnSpPr>
          <p:nvPr/>
        </p:nvCxnSpPr>
        <p:spPr>
          <a:xfrm>
            <a:off x="8798750" y="71583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"/>
          <p:cNvCxnSpPr>
            <a:stCxn id="211" idx="3"/>
            <a:endCxn id="214" idx="1"/>
          </p:cNvCxnSpPr>
          <p:nvPr/>
        </p:nvCxnSpPr>
        <p:spPr>
          <a:xfrm>
            <a:off x="10415150" y="6330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"/>
          <p:cNvCxnSpPr>
            <a:stCxn id="213" idx="3"/>
            <a:endCxn id="215" idx="1"/>
          </p:cNvCxnSpPr>
          <p:nvPr/>
        </p:nvCxnSpPr>
        <p:spPr>
          <a:xfrm>
            <a:off x="10415175" y="6895275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1"/>
          <p:cNvCxnSpPr>
            <a:stCxn id="217" idx="3"/>
            <a:endCxn id="216" idx="1"/>
          </p:cNvCxnSpPr>
          <p:nvPr/>
        </p:nvCxnSpPr>
        <p:spPr>
          <a:xfrm>
            <a:off x="10415100" y="74214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5" name="Google Shape;225;p1"/>
          <p:cNvCxnSpPr>
            <a:stCxn id="89" idx="3"/>
            <a:endCxn id="210" idx="1"/>
          </p:cNvCxnSpPr>
          <p:nvPr/>
        </p:nvCxnSpPr>
        <p:spPr>
          <a:xfrm rot="10800000" flipH="1">
            <a:off x="4028325" y="6890300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p1"/>
          <p:cNvCxnSpPr>
            <a:stCxn id="89" idx="3"/>
            <a:endCxn id="97" idx="1"/>
          </p:cNvCxnSpPr>
          <p:nvPr/>
        </p:nvCxnSpPr>
        <p:spPr>
          <a:xfrm>
            <a:off x="4028325" y="7069400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"/>
          <p:cNvCxnSpPr>
            <a:stCxn id="152" idx="3"/>
            <a:endCxn id="159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1"/>
          <p:cNvCxnSpPr>
            <a:stCxn id="150" idx="3"/>
            <a:endCxn id="153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744</Words>
  <Application>Microsoft Macintosh PowerPoint</Application>
  <PresentationFormat>Custom</PresentationFormat>
  <Paragraphs>98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Marina DiStefano</cp:lastModifiedBy>
  <cp:revision>6</cp:revision>
  <dcterms:modified xsi:type="dcterms:W3CDTF">2024-02-26T03:58:58Z</dcterms:modified>
</cp:coreProperties>
</file>