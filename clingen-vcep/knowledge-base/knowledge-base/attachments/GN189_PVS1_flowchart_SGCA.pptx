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054" y="48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35EA205A-4EB9-41CA-B60D-6BFAA928496D}"/>
    <pc:docChg chg="modSld">
      <pc:chgData name="Clause, Amanda" userId="08e9fc0f-92ac-4595-ab91-dd80063314a5" providerId="ADAL" clId="{35EA205A-4EB9-41CA-B60D-6BFAA928496D}" dt="2024-11-26T19:08:33.095" v="0" actId="6549"/>
      <pc:docMkLst>
        <pc:docMk/>
      </pc:docMkLst>
      <pc:sldChg chg="modSp mod">
        <pc:chgData name="Clause, Amanda" userId="08e9fc0f-92ac-4595-ab91-dd80063314a5" providerId="ADAL" clId="{35EA205A-4EB9-41CA-B60D-6BFAA928496D}" dt="2024-11-26T19:08:33.095" v="0" actId="6549"/>
        <pc:sldMkLst>
          <pc:docMk/>
          <pc:sldMk cId="0" sldId="257"/>
        </pc:sldMkLst>
        <pc:spChg chg="mod">
          <ac:chgData name="Clause, Amanda" userId="08e9fc0f-92ac-4595-ab91-dd80063314a5" providerId="ADAL" clId="{35EA205A-4EB9-41CA-B60D-6BFAA928496D}" dt="2024-11-26T19:08:33.095" v="0" actId="6549"/>
          <ac:spMkLst>
            <pc:docMk/>
            <pc:sldMk cId="0" sldId="257"/>
            <ac:spMk id="1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codons 35-327)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NM_000023.4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526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SGCA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860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3</cp:revision>
  <dcterms:modified xsi:type="dcterms:W3CDTF">2024-11-26T19:08:42Z</dcterms:modified>
</cp:coreProperties>
</file>